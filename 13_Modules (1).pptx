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7" r:id="rId4"/>
    <p:sldId id="259" r:id="rId5"/>
    <p:sldId id="260" r:id="rId6"/>
    <p:sldId id="261" r:id="rId7"/>
    <p:sldId id="262" r:id="rId8"/>
    <p:sldId id="263" r:id="rId9"/>
    <p:sldId id="264" r:id="rId10"/>
  </p:sldIdLst>
  <p:sldSz cx="9144000" cy="6858000" type="screen4x3"/>
  <p:notesSz cx="6858000" cy="9144000"/>
  <p:defaultTextStyle>
    <a:defPPr>
      <a:defRPr lang="lv-LV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41" d="100"/>
          <a:sy n="141" d="100"/>
        </p:scale>
        <p:origin x="126" y="19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B8A899-59A1-4A2C-BDFD-44B7C08AEFF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DB1A1F4-F3D6-43F8-8615-09DE86F647B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59FB6D-CB31-44CC-9CBA-967234CDF3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lv-LV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73C564-686E-44A9-9C2C-5DCD1732EE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lv-LV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81F805-5D68-4E0F-A5A7-8A87975760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4450960-8918-485D-9E86-23790163C74E}" type="slidenum">
              <a:rPr lang="lv-LV" altLang="en-US"/>
              <a:pPr/>
              <a:t>‹#›</a:t>
            </a:fld>
            <a:endParaRPr lang="lv-LV" altLang="en-US"/>
          </a:p>
        </p:txBody>
      </p:sp>
    </p:spTree>
    <p:extLst>
      <p:ext uri="{BB962C8B-B14F-4D97-AF65-F5344CB8AC3E}">
        <p14:creationId xmlns:p14="http://schemas.microsoft.com/office/powerpoint/2010/main" val="22006367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5A4D69-54A5-4275-97A9-DEC42C510D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68BFA5-CCBC-4252-9332-4B1D6B8E5C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99F872-7C78-483E-A05E-A407657D70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lv-LV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CC0B94-796F-4192-ABCB-9F4CE713C2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lv-LV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2341B2-8383-484D-83C5-0943AB58E7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14100D0-8FB3-4854-BDCE-0E6F0579D9BF}" type="slidenum">
              <a:rPr lang="lv-LV" altLang="en-US"/>
              <a:pPr/>
              <a:t>‹#›</a:t>
            </a:fld>
            <a:endParaRPr lang="lv-LV" altLang="en-US"/>
          </a:p>
        </p:txBody>
      </p:sp>
    </p:spTree>
    <p:extLst>
      <p:ext uri="{BB962C8B-B14F-4D97-AF65-F5344CB8AC3E}">
        <p14:creationId xmlns:p14="http://schemas.microsoft.com/office/powerpoint/2010/main" val="18170693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7A34EA-55BD-453D-9B73-D3C3898964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AB52819-EAAD-4123-83C3-1405319BA7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FB0E99-2128-471B-AF6E-4F93BF7ECB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lv-LV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547F9B-0303-4B45-A59B-CC76B93486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lv-LV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149DC5-1A8B-4FFD-BE96-6D232A13E4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3A88A11-8531-44DD-B13D-BC889A2EA4EB}" type="slidenum">
              <a:rPr lang="lv-LV" altLang="en-US"/>
              <a:pPr/>
              <a:t>‹#›</a:t>
            </a:fld>
            <a:endParaRPr lang="lv-LV" altLang="en-US"/>
          </a:p>
        </p:txBody>
      </p:sp>
    </p:spTree>
    <p:extLst>
      <p:ext uri="{BB962C8B-B14F-4D97-AF65-F5344CB8AC3E}">
        <p14:creationId xmlns:p14="http://schemas.microsoft.com/office/powerpoint/2010/main" val="6936085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8A6296-9477-4EA1-B4E2-24FD8C1BF1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2F4078-C113-40C9-A8AC-A8B52F69D37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EC641B5-9551-4778-8DF2-097E06DED52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1C1BC3D-589E-401D-8A6F-4BC04B8FA3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lv-LV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A1BD260-1419-47FF-A8B1-89D8244FA2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lv-LV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EB731F6-2947-41B5-AB28-BC614E17D4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BD118CE-4D4A-497C-9AEE-0AAC4785E88B}" type="slidenum">
              <a:rPr lang="lv-LV" altLang="en-US"/>
              <a:pPr/>
              <a:t>‹#›</a:t>
            </a:fld>
            <a:endParaRPr lang="lv-LV" altLang="en-US"/>
          </a:p>
        </p:txBody>
      </p:sp>
    </p:spTree>
    <p:extLst>
      <p:ext uri="{BB962C8B-B14F-4D97-AF65-F5344CB8AC3E}">
        <p14:creationId xmlns:p14="http://schemas.microsoft.com/office/powerpoint/2010/main" val="4013042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93682E-7BD8-4E28-8AEB-C84214F6A2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23DF729-50FF-43C5-B787-C94131A3C8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A893295-9FEC-4F74-AD7A-A4310E57CD2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4C556D5-DC10-431E-8F8B-7688E8786B4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FA32D00-7EAB-42F3-9316-E183DDA8824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9B8D3AA-566B-4577-9794-ADDE2811C4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lv-LV" alt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225ABB8-E3AB-4D3D-B8D1-023C90BAAF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lv-LV" alt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3B1E169-0B77-49E1-9A4B-2C13466A1D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6DF06C1-0621-45DA-8B8D-A39036B593B9}" type="slidenum">
              <a:rPr lang="lv-LV" altLang="en-US"/>
              <a:pPr/>
              <a:t>‹#›</a:t>
            </a:fld>
            <a:endParaRPr lang="lv-LV" altLang="en-US"/>
          </a:p>
        </p:txBody>
      </p:sp>
    </p:spTree>
    <p:extLst>
      <p:ext uri="{BB962C8B-B14F-4D97-AF65-F5344CB8AC3E}">
        <p14:creationId xmlns:p14="http://schemas.microsoft.com/office/powerpoint/2010/main" val="41436691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45C7D3-D373-40DC-8FDA-6AAA9EBAC7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AD88A7D-5B2F-46EA-AA1A-DE4244CB48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lv-LV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95AA9E9-E261-4ABB-A2EA-AF5EAA7186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lv-LV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5D9B358-6579-4C83-B157-3C3B16351A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D196DC8-6454-48F3-9B0A-4A6E95EDDD10}" type="slidenum">
              <a:rPr lang="lv-LV" altLang="en-US"/>
              <a:pPr/>
              <a:t>‹#›</a:t>
            </a:fld>
            <a:endParaRPr lang="lv-LV" altLang="en-US"/>
          </a:p>
        </p:txBody>
      </p:sp>
    </p:spTree>
    <p:extLst>
      <p:ext uri="{BB962C8B-B14F-4D97-AF65-F5344CB8AC3E}">
        <p14:creationId xmlns:p14="http://schemas.microsoft.com/office/powerpoint/2010/main" val="2953663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9CF7488-EB6E-4E6D-9006-A76CC48547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lv-LV" alt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5ECDF86-0202-401A-A26E-860CD0957B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lv-LV" alt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11A95AF-9300-4196-8FE2-05B9748DD9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0665CE7-C64F-45C6-93F8-0C9C79A35D56}" type="slidenum">
              <a:rPr lang="lv-LV" altLang="en-US"/>
              <a:pPr/>
              <a:t>‹#›</a:t>
            </a:fld>
            <a:endParaRPr lang="lv-LV" altLang="en-US"/>
          </a:p>
        </p:txBody>
      </p:sp>
    </p:spTree>
    <p:extLst>
      <p:ext uri="{BB962C8B-B14F-4D97-AF65-F5344CB8AC3E}">
        <p14:creationId xmlns:p14="http://schemas.microsoft.com/office/powerpoint/2010/main" val="40822611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892664-D816-4D45-8F31-993A81B536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7E5872-0583-4822-A548-613C4519D5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848085B-2EC1-459E-9786-7177765C4BD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BA84B0-A11A-4D80-B485-E06B19F230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lv-LV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9FF438C-7711-4F3B-BA12-16E33051B5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lv-LV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1FDF7A7-DFFE-4DB4-AA25-5CD798DD41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A834EA9-11A4-47A6-B941-D377D67F1895}" type="slidenum">
              <a:rPr lang="lv-LV" altLang="en-US"/>
              <a:pPr/>
              <a:t>‹#›</a:t>
            </a:fld>
            <a:endParaRPr lang="lv-LV" altLang="en-US"/>
          </a:p>
        </p:txBody>
      </p:sp>
    </p:spTree>
    <p:extLst>
      <p:ext uri="{BB962C8B-B14F-4D97-AF65-F5344CB8AC3E}">
        <p14:creationId xmlns:p14="http://schemas.microsoft.com/office/powerpoint/2010/main" val="4681832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246D1A-46B3-45ED-B168-56171E81F5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7057063-5719-495D-B6C2-E74BD202182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589214A-C3A0-4C14-A05B-DCEA8F66295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F7DA023-5E71-4E0E-A6B5-5F86359BED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lv-LV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B689933-0C63-4DE4-814A-08AB9243E9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lv-LV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C0B9382-6897-4639-B1FD-5C74A7A5D8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E9471D1-C4C5-402C-8E73-1EA14E4C2132}" type="slidenum">
              <a:rPr lang="lv-LV" altLang="en-US"/>
              <a:pPr/>
              <a:t>‹#›</a:t>
            </a:fld>
            <a:endParaRPr lang="lv-LV" altLang="en-US"/>
          </a:p>
        </p:txBody>
      </p:sp>
    </p:spTree>
    <p:extLst>
      <p:ext uri="{BB962C8B-B14F-4D97-AF65-F5344CB8AC3E}">
        <p14:creationId xmlns:p14="http://schemas.microsoft.com/office/powerpoint/2010/main" val="24781472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F126B3-F39F-4753-A890-A80FCEC523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ACA690-019E-4B9A-9127-58189BACB3B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017F95-2874-4DC4-A1E8-BE3ACA0998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lv-LV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966E72-B128-411A-A774-4E1C7369AE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lv-LV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28DC6D-0C2F-497D-91CA-2FE0D49A97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5E0F192-83EB-47B0-AC9F-4D4D5CA14517}" type="slidenum">
              <a:rPr lang="lv-LV" altLang="en-US"/>
              <a:pPr/>
              <a:t>‹#›</a:t>
            </a:fld>
            <a:endParaRPr lang="lv-LV" altLang="en-US"/>
          </a:p>
        </p:txBody>
      </p:sp>
    </p:spTree>
    <p:extLst>
      <p:ext uri="{BB962C8B-B14F-4D97-AF65-F5344CB8AC3E}">
        <p14:creationId xmlns:p14="http://schemas.microsoft.com/office/powerpoint/2010/main" val="34857386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1A41D67-0692-4C7B-9135-011A3D558C6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12C88C1-291F-4137-9826-B02FBC7DC3A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451062-CB62-4723-9D2B-F423BE1EAC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lv-LV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AD7F2E-99BD-4718-9C79-E527385962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lv-LV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1A8897-22AB-422D-9455-4933AAD92A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8A576E0-3814-4A45-BA2D-B07D8694D1B7}" type="slidenum">
              <a:rPr lang="lv-LV" altLang="en-US"/>
              <a:pPr/>
              <a:t>‹#›</a:t>
            </a:fld>
            <a:endParaRPr lang="lv-LV" altLang="en-US"/>
          </a:p>
        </p:txBody>
      </p:sp>
    </p:spTree>
    <p:extLst>
      <p:ext uri="{BB962C8B-B14F-4D97-AF65-F5344CB8AC3E}">
        <p14:creationId xmlns:p14="http://schemas.microsoft.com/office/powerpoint/2010/main" val="15347197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8A8E297E-17EE-4E89-B8D5-54C04790FE7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lv-LV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29EDFB34-82E7-484A-BCCB-70B2BA75958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lv-LV" altLang="en-US"/>
              <a:t>Click to edit Master text styles</a:t>
            </a:r>
          </a:p>
          <a:p>
            <a:pPr lvl="1"/>
            <a:r>
              <a:rPr lang="lv-LV" altLang="en-US"/>
              <a:t>Second level</a:t>
            </a:r>
          </a:p>
          <a:p>
            <a:pPr lvl="2"/>
            <a:r>
              <a:rPr lang="lv-LV" altLang="en-US"/>
              <a:t>Third level</a:t>
            </a:r>
          </a:p>
          <a:p>
            <a:pPr lvl="3"/>
            <a:r>
              <a:rPr lang="lv-LV" altLang="en-US"/>
              <a:t>Fourth level</a:t>
            </a:r>
          </a:p>
          <a:p>
            <a:pPr lvl="4"/>
            <a:r>
              <a:rPr lang="lv-LV" altLang="en-US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8E3B5500-281A-4D6B-8FFD-5821908A4DCB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lv-LV" altLang="en-US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56982186-5488-4C4B-96FD-A535439B8618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lv-LV" altLang="en-US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B9ED3B0A-CC16-4A5D-88C9-B6ADDCD90CDC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E633A4BC-8864-4896-AC1A-84CCD384B079}" type="slidenum">
              <a:rPr lang="lv-LV" altLang="en-US"/>
              <a:pPr/>
              <a:t>‹#›</a:t>
            </a:fld>
            <a:endParaRPr lang="lv-LV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EE7C1B63-719F-4241-8841-DE58F044108A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 anchor="ctr"/>
          <a:lstStyle/>
          <a:p>
            <a:r>
              <a:rPr lang="en-US" altLang="en-US" sz="4400" dirty="0"/>
              <a:t>Modules</a:t>
            </a:r>
            <a:endParaRPr lang="lv-LV" altLang="en-US" sz="4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315F7916-D8D0-4F97-9766-E8C77795D14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Modules</a:t>
            </a:r>
            <a:endParaRPr lang="lv-LV" altLang="en-US" dirty="0"/>
          </a:p>
        </p:txBody>
      </p:sp>
      <p:sp>
        <p:nvSpPr>
          <p:cNvPr id="4099" name="Rectangle 3">
            <a:extLst>
              <a:ext uri="{FF2B5EF4-FFF2-40B4-BE49-F238E27FC236}">
                <a16:creationId xmlns:a16="http://schemas.microsoft.com/office/drawing/2014/main" id="{5D5B64BB-DC83-4E5B-A437-6CD1873EE3C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dirty="0"/>
              <a:t>A language C++ compiler consists of a very compact kernel and a variety of modules (libraries) that can be linked when needed</a:t>
            </a:r>
            <a:r>
              <a:rPr lang="lv-LV" altLang="en-US" dirty="0"/>
              <a:t>.</a:t>
            </a:r>
          </a:p>
          <a:p>
            <a:pPr>
              <a:lnSpc>
                <a:spcPct val="90000"/>
              </a:lnSpc>
            </a:pPr>
            <a:r>
              <a:rPr lang="en-US" altLang="en-US" dirty="0"/>
              <a:t>Each library function has a prototype in the appropriate header file </a:t>
            </a:r>
            <a:r>
              <a:rPr lang="lv-LV" altLang="en-US" dirty="0"/>
              <a:t>*.h</a:t>
            </a:r>
          </a:p>
          <a:p>
            <a:pPr>
              <a:lnSpc>
                <a:spcPct val="90000"/>
              </a:lnSpc>
            </a:pPr>
            <a:r>
              <a:rPr lang="en-US" altLang="en-US" dirty="0"/>
              <a:t>The programmer can select which library functions he will use and link the appropriate header files to his app</a:t>
            </a:r>
            <a:r>
              <a:rPr lang="lv-LV" altLang="en-US" dirty="0"/>
              <a:t>.</a:t>
            </a:r>
            <a:r>
              <a:rPr lang="en-US" altLang="en-US" dirty="0"/>
              <a:t>  </a:t>
            </a:r>
            <a:endParaRPr lang="lv-LV" alt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574B6CBC-C2D9-4AF7-8560-F695827002B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Modules</a:t>
            </a:r>
            <a:endParaRPr lang="lv-LV" altLang="en-US" dirty="0"/>
          </a:p>
        </p:txBody>
      </p:sp>
      <p:sp>
        <p:nvSpPr>
          <p:cNvPr id="3075" name="Rectangle 3">
            <a:extLst>
              <a:ext uri="{FF2B5EF4-FFF2-40B4-BE49-F238E27FC236}">
                <a16:creationId xmlns:a16="http://schemas.microsoft.com/office/drawing/2014/main" id="{E5A0C1D2-8AB8-44EF-A64D-69262A795A9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dirty="0"/>
              <a:t>Working with large projects, sometimes easier to split the program into several files
Some functions may be described in header files </a:t>
            </a:r>
            <a:r>
              <a:rPr lang="lv-LV" altLang="en-US" dirty="0"/>
              <a:t>*.h</a:t>
            </a:r>
          </a:p>
          <a:p>
            <a:r>
              <a:rPr lang="en-US" altLang="en-US" dirty="0"/>
              <a:t>And implemented in modules files </a:t>
            </a:r>
            <a:r>
              <a:rPr lang="lv-LV" altLang="en-US" dirty="0"/>
              <a:t>*.</a:t>
            </a:r>
            <a:r>
              <a:rPr lang="lv-LV" altLang="en-US" dirty="0" err="1"/>
              <a:t>cpp</a:t>
            </a:r>
            <a:endParaRPr lang="lv-LV" altLang="en-US" dirty="0"/>
          </a:p>
          <a:p>
            <a:r>
              <a:rPr lang="en-US" altLang="en-US" dirty="0"/>
              <a:t>Which are linked to the main program by using the </a:t>
            </a:r>
            <a:r>
              <a:rPr lang="lv-LV" altLang="en-US" b="1" dirty="0"/>
              <a:t>#</a:t>
            </a:r>
            <a:r>
              <a:rPr lang="lv-LV" altLang="en-US" b="1" dirty="0" err="1"/>
              <a:t>include</a:t>
            </a:r>
            <a:r>
              <a:rPr lang="en-US" altLang="en-US" b="1" dirty="0"/>
              <a:t> </a:t>
            </a:r>
            <a:r>
              <a:rPr lang="en-US" altLang="en-US" dirty="0"/>
              <a:t>directive</a:t>
            </a:r>
            <a:r>
              <a:rPr lang="lv-LV" altLang="en-US" dirty="0"/>
              <a:t>.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DB458D40-8774-45E3-99AD-271CCCDA281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Module </a:t>
            </a:r>
            <a:r>
              <a:rPr lang="en-US" altLang="en-US" dirty="0" err="1"/>
              <a:t>exaple</a:t>
            </a:r>
            <a:endParaRPr lang="lv-LV" altLang="en-US" dirty="0"/>
          </a:p>
        </p:txBody>
      </p:sp>
      <p:sp>
        <p:nvSpPr>
          <p:cNvPr id="5123" name="Rectangle 3">
            <a:extLst>
              <a:ext uri="{FF2B5EF4-FFF2-40B4-BE49-F238E27FC236}">
                <a16:creationId xmlns:a16="http://schemas.microsoft.com/office/drawing/2014/main" id="{425A9D8D-482A-4993-A6F5-21C7F4C265F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dirty="0"/>
              <a:t>c</a:t>
            </a:r>
            <a:r>
              <a:rPr lang="lv-LV" altLang="en-US" dirty="0" err="1"/>
              <a:t>math</a:t>
            </a:r>
            <a:r>
              <a:rPr lang="lv-LV" altLang="en-US" dirty="0"/>
              <a:t>- </a:t>
            </a:r>
            <a:r>
              <a:rPr lang="lv-LV" altLang="en-US" dirty="0" err="1"/>
              <a:t>Mathematical</a:t>
            </a:r>
            <a:r>
              <a:rPr lang="lv-LV" altLang="en-US" dirty="0"/>
              <a:t> </a:t>
            </a:r>
            <a:r>
              <a:rPr lang="lv-LV" altLang="en-US" dirty="0" err="1"/>
              <a:t>functions</a:t>
            </a:r>
            <a:endParaRPr lang="lv-LV" altLang="en-US" dirty="0"/>
          </a:p>
          <a:p>
            <a:r>
              <a:rPr lang="en-US" altLang="en-US" dirty="0"/>
              <a:t>c</a:t>
            </a:r>
            <a:r>
              <a:rPr lang="lv-LV" altLang="en-US" dirty="0" err="1"/>
              <a:t>string</a:t>
            </a:r>
            <a:r>
              <a:rPr lang="lv-LV" altLang="en-US" dirty="0"/>
              <a:t> - </a:t>
            </a:r>
            <a:r>
              <a:rPr lang="en-US" altLang="en-US" dirty="0"/>
              <a:t>S</a:t>
            </a:r>
            <a:r>
              <a:rPr lang="lv-LV" altLang="en-US" dirty="0" err="1"/>
              <a:t>tring</a:t>
            </a:r>
            <a:r>
              <a:rPr lang="lv-LV" altLang="en-US" dirty="0"/>
              <a:t> </a:t>
            </a:r>
            <a:r>
              <a:rPr lang="en-US" altLang="en-US" dirty="0"/>
              <a:t>functions</a:t>
            </a:r>
            <a:endParaRPr lang="lv-LV" altLang="en-US" dirty="0"/>
          </a:p>
          <a:p>
            <a:r>
              <a:rPr lang="en-US" altLang="en-US" dirty="0"/>
              <a:t>c</a:t>
            </a:r>
            <a:r>
              <a:rPr lang="lv-LV" altLang="en-US" dirty="0" err="1"/>
              <a:t>time</a:t>
            </a:r>
            <a:r>
              <a:rPr lang="lv-LV" altLang="en-US" dirty="0"/>
              <a:t> - </a:t>
            </a:r>
            <a:r>
              <a:rPr lang="en-US" altLang="en-US" dirty="0"/>
              <a:t>Date and time </a:t>
            </a:r>
            <a:r>
              <a:rPr lang="en-US" altLang="en-US" dirty="0" err="1"/>
              <a:t>finctions</a:t>
            </a:r>
            <a:endParaRPr lang="lv-LV" altLang="en-US" dirty="0"/>
          </a:p>
          <a:p>
            <a:endParaRPr lang="lv-LV" altLang="en-US" dirty="0"/>
          </a:p>
          <a:p>
            <a:pPr marL="0" indent="0">
              <a:buFontTx/>
              <a:buNone/>
            </a:pPr>
            <a:r>
              <a:rPr lang="en-US" altLang="en-US" dirty="0"/>
              <a:t>In modern notation .h is not used any more, only in some special cases when you need to use old libraries.
</a:t>
            </a:r>
            <a:endParaRPr lang="lv-LV" alt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25559242-9DAF-43F9-A972-62E288F14E0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Program example</a:t>
            </a:r>
            <a:endParaRPr lang="lv-LV" altLang="en-US" dirty="0"/>
          </a:p>
        </p:txBody>
      </p:sp>
      <p:sp>
        <p:nvSpPr>
          <p:cNvPr id="6147" name="Rectangle 3">
            <a:extLst>
              <a:ext uri="{FF2B5EF4-FFF2-40B4-BE49-F238E27FC236}">
                <a16:creationId xmlns:a16="http://schemas.microsoft.com/office/drawing/2014/main" id="{7837C698-5E30-478F-90D6-679C2F9A68C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298575"/>
            <a:ext cx="4259263" cy="5445125"/>
          </a:xfrm>
          <a:noFill/>
          <a:ln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pPr>
              <a:lnSpc>
                <a:spcPct val="80000"/>
              </a:lnSpc>
              <a:buClr>
                <a:srgbClr val="0000FF"/>
              </a:buClr>
              <a:buFontTx/>
              <a:buAutoNum type="arabicPeriod"/>
            </a:pPr>
            <a:r>
              <a:rPr lang="lv-LV" altLang="en-US" sz="1600" dirty="0" err="1">
                <a:latin typeface="Courier New" panose="02070309020205020404" pitchFamily="49" charset="0"/>
              </a:rPr>
              <a:t>float</a:t>
            </a:r>
            <a:r>
              <a:rPr lang="lv-LV" altLang="en-US" sz="1600" dirty="0">
                <a:latin typeface="Courier New" panose="02070309020205020404" pitchFamily="49" charset="0"/>
              </a:rPr>
              <a:t> </a:t>
            </a:r>
            <a:r>
              <a:rPr lang="lv-LV" altLang="en-US" sz="1600" dirty="0" err="1">
                <a:latin typeface="Courier New" panose="02070309020205020404" pitchFamily="49" charset="0"/>
              </a:rPr>
              <a:t>Mult</a:t>
            </a:r>
            <a:r>
              <a:rPr lang="lv-LV" altLang="en-US" sz="1600" dirty="0">
                <a:latin typeface="Courier New" panose="02070309020205020404" pitchFamily="49" charset="0"/>
              </a:rPr>
              <a:t> (</a:t>
            </a:r>
            <a:r>
              <a:rPr lang="lv-LV" altLang="en-US" sz="1600" dirty="0" err="1">
                <a:latin typeface="Courier New" panose="02070309020205020404" pitchFamily="49" charset="0"/>
              </a:rPr>
              <a:t>float</a:t>
            </a:r>
            <a:r>
              <a:rPr lang="lv-LV" altLang="en-US" sz="1600" dirty="0">
                <a:latin typeface="Courier New" panose="02070309020205020404" pitchFamily="49" charset="0"/>
              </a:rPr>
              <a:t> a, </a:t>
            </a:r>
            <a:r>
              <a:rPr lang="lv-LV" altLang="en-US" sz="1600" dirty="0" err="1">
                <a:latin typeface="Courier New" panose="02070309020205020404" pitchFamily="49" charset="0"/>
              </a:rPr>
              <a:t>float</a:t>
            </a:r>
            <a:r>
              <a:rPr lang="lv-LV" altLang="en-US" sz="1600" dirty="0">
                <a:latin typeface="Courier New" panose="02070309020205020404" pitchFamily="49" charset="0"/>
              </a:rPr>
              <a:t> b)</a:t>
            </a:r>
          </a:p>
          <a:p>
            <a:pPr>
              <a:lnSpc>
                <a:spcPct val="80000"/>
              </a:lnSpc>
              <a:buClr>
                <a:srgbClr val="0000FF"/>
              </a:buClr>
              <a:buFontTx/>
              <a:buAutoNum type="arabicPeriod"/>
            </a:pPr>
            <a:r>
              <a:rPr lang="lv-LV" altLang="en-US" sz="1600" dirty="0">
                <a:latin typeface="Courier New" panose="02070309020205020404" pitchFamily="49" charset="0"/>
              </a:rPr>
              <a:t>{</a:t>
            </a:r>
            <a:r>
              <a:rPr lang="lv-LV" altLang="en-US" sz="1600" dirty="0" err="1">
                <a:latin typeface="Courier New" panose="02070309020205020404" pitchFamily="49" charset="0"/>
              </a:rPr>
              <a:t>return</a:t>
            </a:r>
            <a:r>
              <a:rPr lang="lv-LV" altLang="en-US" sz="1600" dirty="0">
                <a:latin typeface="Courier New" panose="02070309020205020404" pitchFamily="49" charset="0"/>
              </a:rPr>
              <a:t> a*b;}</a:t>
            </a:r>
          </a:p>
          <a:p>
            <a:pPr>
              <a:lnSpc>
                <a:spcPct val="80000"/>
              </a:lnSpc>
              <a:buClr>
                <a:srgbClr val="0000FF"/>
              </a:buClr>
              <a:buFontTx/>
              <a:buAutoNum type="arabicPeriod"/>
            </a:pPr>
            <a:endParaRPr lang="lv-LV" altLang="en-US" sz="1600" dirty="0">
              <a:latin typeface="Courier New" panose="02070309020205020404" pitchFamily="49" charset="0"/>
            </a:endParaRPr>
          </a:p>
          <a:p>
            <a:pPr>
              <a:lnSpc>
                <a:spcPct val="80000"/>
              </a:lnSpc>
              <a:buClr>
                <a:srgbClr val="0000FF"/>
              </a:buClr>
              <a:buFontTx/>
              <a:buAutoNum type="arabicPeriod"/>
            </a:pPr>
            <a:r>
              <a:rPr lang="lv-LV" altLang="en-US" sz="1600" dirty="0" err="1">
                <a:latin typeface="Courier New" panose="02070309020205020404" pitchFamily="49" charset="0"/>
              </a:rPr>
              <a:t>float</a:t>
            </a:r>
            <a:r>
              <a:rPr lang="lv-LV" altLang="en-US" sz="1600" dirty="0">
                <a:latin typeface="Courier New" panose="02070309020205020404" pitchFamily="49" charset="0"/>
              </a:rPr>
              <a:t> </a:t>
            </a:r>
            <a:r>
              <a:rPr lang="lv-LV" altLang="en-US" sz="1600" dirty="0" err="1">
                <a:latin typeface="Courier New" panose="02070309020205020404" pitchFamily="49" charset="0"/>
              </a:rPr>
              <a:t>Div</a:t>
            </a:r>
            <a:r>
              <a:rPr lang="lv-LV" altLang="en-US" sz="1600" dirty="0">
                <a:latin typeface="Courier New" panose="02070309020205020404" pitchFamily="49" charset="0"/>
              </a:rPr>
              <a:t> (</a:t>
            </a:r>
            <a:r>
              <a:rPr lang="lv-LV" altLang="en-US" sz="1600" dirty="0" err="1">
                <a:latin typeface="Courier New" panose="02070309020205020404" pitchFamily="49" charset="0"/>
              </a:rPr>
              <a:t>float</a:t>
            </a:r>
            <a:r>
              <a:rPr lang="lv-LV" altLang="en-US" sz="1600" dirty="0">
                <a:latin typeface="Courier New" panose="02070309020205020404" pitchFamily="49" charset="0"/>
              </a:rPr>
              <a:t> a, </a:t>
            </a:r>
            <a:r>
              <a:rPr lang="lv-LV" altLang="en-US" sz="1600" dirty="0" err="1">
                <a:latin typeface="Courier New" panose="02070309020205020404" pitchFamily="49" charset="0"/>
              </a:rPr>
              <a:t>float</a:t>
            </a:r>
            <a:r>
              <a:rPr lang="lv-LV" altLang="en-US" sz="1600" dirty="0">
                <a:latin typeface="Courier New" panose="02070309020205020404" pitchFamily="49" charset="0"/>
              </a:rPr>
              <a:t> b)</a:t>
            </a:r>
          </a:p>
          <a:p>
            <a:pPr>
              <a:lnSpc>
                <a:spcPct val="80000"/>
              </a:lnSpc>
              <a:buClr>
                <a:srgbClr val="0000FF"/>
              </a:buClr>
              <a:buFontTx/>
              <a:buAutoNum type="arabicPeriod"/>
            </a:pPr>
            <a:r>
              <a:rPr lang="lv-LV" altLang="en-US" sz="1600" dirty="0">
                <a:latin typeface="Courier New" panose="02070309020205020404" pitchFamily="49" charset="0"/>
              </a:rPr>
              <a:t>{</a:t>
            </a:r>
            <a:r>
              <a:rPr lang="lv-LV" altLang="en-US" sz="1600" dirty="0" err="1">
                <a:latin typeface="Courier New" panose="02070309020205020404" pitchFamily="49" charset="0"/>
              </a:rPr>
              <a:t>return</a:t>
            </a:r>
            <a:r>
              <a:rPr lang="lv-LV" altLang="en-US" sz="1600" dirty="0">
                <a:latin typeface="Courier New" panose="02070309020205020404" pitchFamily="49" charset="0"/>
              </a:rPr>
              <a:t> a/b;}</a:t>
            </a:r>
          </a:p>
          <a:p>
            <a:pPr>
              <a:lnSpc>
                <a:spcPct val="80000"/>
              </a:lnSpc>
              <a:buClr>
                <a:srgbClr val="0000FF"/>
              </a:buClr>
              <a:buFontTx/>
              <a:buAutoNum type="arabicPeriod"/>
            </a:pPr>
            <a:endParaRPr lang="lv-LV" altLang="en-US" sz="1600" dirty="0">
              <a:latin typeface="Courier New" panose="02070309020205020404" pitchFamily="49" charset="0"/>
            </a:endParaRPr>
          </a:p>
          <a:p>
            <a:pPr>
              <a:lnSpc>
                <a:spcPct val="80000"/>
              </a:lnSpc>
              <a:buClr>
                <a:srgbClr val="0000FF"/>
              </a:buClr>
              <a:buFontTx/>
              <a:buAutoNum type="arabicPeriod"/>
            </a:pPr>
            <a:r>
              <a:rPr lang="lv-LV" altLang="en-US" sz="1600" dirty="0" err="1">
                <a:latin typeface="Courier New" panose="02070309020205020404" pitchFamily="49" charset="0"/>
              </a:rPr>
              <a:t>float</a:t>
            </a:r>
            <a:r>
              <a:rPr lang="lv-LV" altLang="en-US" sz="1600" dirty="0">
                <a:latin typeface="Courier New" panose="02070309020205020404" pitchFamily="49" charset="0"/>
              </a:rPr>
              <a:t> Sum (</a:t>
            </a:r>
            <a:r>
              <a:rPr lang="lv-LV" altLang="en-US" sz="1600" dirty="0" err="1">
                <a:latin typeface="Courier New" panose="02070309020205020404" pitchFamily="49" charset="0"/>
              </a:rPr>
              <a:t>float</a:t>
            </a:r>
            <a:r>
              <a:rPr lang="lv-LV" altLang="en-US" sz="1600" dirty="0">
                <a:latin typeface="Courier New" panose="02070309020205020404" pitchFamily="49" charset="0"/>
              </a:rPr>
              <a:t> a, </a:t>
            </a:r>
            <a:r>
              <a:rPr lang="lv-LV" altLang="en-US" sz="1600" dirty="0" err="1">
                <a:latin typeface="Courier New" panose="02070309020205020404" pitchFamily="49" charset="0"/>
              </a:rPr>
              <a:t>float</a:t>
            </a:r>
            <a:r>
              <a:rPr lang="lv-LV" altLang="en-US" sz="1600" dirty="0">
                <a:latin typeface="Courier New" panose="02070309020205020404" pitchFamily="49" charset="0"/>
              </a:rPr>
              <a:t> b)</a:t>
            </a:r>
          </a:p>
          <a:p>
            <a:pPr>
              <a:lnSpc>
                <a:spcPct val="80000"/>
              </a:lnSpc>
              <a:buClr>
                <a:srgbClr val="0000FF"/>
              </a:buClr>
              <a:buFontTx/>
              <a:buAutoNum type="arabicPeriod"/>
            </a:pPr>
            <a:r>
              <a:rPr lang="lv-LV" altLang="en-US" sz="1600" dirty="0">
                <a:latin typeface="Courier New" panose="02070309020205020404" pitchFamily="49" charset="0"/>
              </a:rPr>
              <a:t>{</a:t>
            </a:r>
            <a:r>
              <a:rPr lang="lv-LV" altLang="en-US" sz="1600" dirty="0" err="1">
                <a:latin typeface="Courier New" panose="02070309020205020404" pitchFamily="49" charset="0"/>
              </a:rPr>
              <a:t>return</a:t>
            </a:r>
            <a:r>
              <a:rPr lang="lv-LV" altLang="en-US" sz="1600" dirty="0">
                <a:latin typeface="Courier New" panose="02070309020205020404" pitchFamily="49" charset="0"/>
              </a:rPr>
              <a:t> </a:t>
            </a:r>
            <a:r>
              <a:rPr lang="lv-LV" altLang="en-US" sz="1600" dirty="0" err="1">
                <a:latin typeface="Courier New" panose="02070309020205020404" pitchFamily="49" charset="0"/>
              </a:rPr>
              <a:t>a+b</a:t>
            </a:r>
            <a:r>
              <a:rPr lang="lv-LV" altLang="en-US" sz="1600" dirty="0">
                <a:latin typeface="Courier New" panose="02070309020205020404" pitchFamily="49" charset="0"/>
              </a:rPr>
              <a:t>;}</a:t>
            </a:r>
          </a:p>
          <a:p>
            <a:pPr>
              <a:lnSpc>
                <a:spcPct val="80000"/>
              </a:lnSpc>
              <a:buClr>
                <a:srgbClr val="0000FF"/>
              </a:buClr>
              <a:buFontTx/>
              <a:buAutoNum type="arabicPeriod"/>
            </a:pPr>
            <a:endParaRPr lang="lv-LV" altLang="en-US" sz="1600" dirty="0">
              <a:latin typeface="Courier New" panose="02070309020205020404" pitchFamily="49" charset="0"/>
            </a:endParaRPr>
          </a:p>
          <a:p>
            <a:pPr>
              <a:lnSpc>
                <a:spcPct val="80000"/>
              </a:lnSpc>
              <a:buClr>
                <a:srgbClr val="0000FF"/>
              </a:buClr>
              <a:buFontTx/>
              <a:buAutoNum type="arabicPeriod"/>
            </a:pPr>
            <a:r>
              <a:rPr lang="lv-LV" altLang="en-US" sz="1600" dirty="0" err="1">
                <a:latin typeface="Courier New" panose="02070309020205020404" pitchFamily="49" charset="0"/>
              </a:rPr>
              <a:t>float</a:t>
            </a:r>
            <a:r>
              <a:rPr lang="lv-LV" altLang="en-US" sz="1600" dirty="0">
                <a:latin typeface="Courier New" panose="02070309020205020404" pitchFamily="49" charset="0"/>
              </a:rPr>
              <a:t> </a:t>
            </a:r>
            <a:r>
              <a:rPr lang="lv-LV" altLang="en-US" sz="1600" dirty="0" err="1">
                <a:latin typeface="Courier New" panose="02070309020205020404" pitchFamily="49" charset="0"/>
              </a:rPr>
              <a:t>Diff</a:t>
            </a:r>
            <a:r>
              <a:rPr lang="lv-LV" altLang="en-US" sz="1600" dirty="0">
                <a:latin typeface="Courier New" panose="02070309020205020404" pitchFamily="49" charset="0"/>
              </a:rPr>
              <a:t> (</a:t>
            </a:r>
            <a:r>
              <a:rPr lang="lv-LV" altLang="en-US" sz="1600" dirty="0" err="1">
                <a:latin typeface="Courier New" panose="02070309020205020404" pitchFamily="49" charset="0"/>
              </a:rPr>
              <a:t>float</a:t>
            </a:r>
            <a:r>
              <a:rPr lang="lv-LV" altLang="en-US" sz="1600" dirty="0">
                <a:latin typeface="Courier New" panose="02070309020205020404" pitchFamily="49" charset="0"/>
              </a:rPr>
              <a:t> a, </a:t>
            </a:r>
            <a:r>
              <a:rPr lang="lv-LV" altLang="en-US" sz="1600" dirty="0" err="1">
                <a:latin typeface="Courier New" panose="02070309020205020404" pitchFamily="49" charset="0"/>
              </a:rPr>
              <a:t>float</a:t>
            </a:r>
            <a:r>
              <a:rPr lang="lv-LV" altLang="en-US" sz="1600" dirty="0">
                <a:latin typeface="Courier New" panose="02070309020205020404" pitchFamily="49" charset="0"/>
              </a:rPr>
              <a:t> b)</a:t>
            </a:r>
          </a:p>
          <a:p>
            <a:pPr>
              <a:lnSpc>
                <a:spcPct val="80000"/>
              </a:lnSpc>
              <a:buClr>
                <a:srgbClr val="0000FF"/>
              </a:buClr>
              <a:buFontTx/>
              <a:buAutoNum type="arabicPeriod"/>
            </a:pPr>
            <a:r>
              <a:rPr lang="lv-LV" altLang="en-US" sz="1600" dirty="0">
                <a:latin typeface="Courier New" panose="02070309020205020404" pitchFamily="49" charset="0"/>
              </a:rPr>
              <a:t>{</a:t>
            </a:r>
            <a:r>
              <a:rPr lang="lv-LV" altLang="en-US" sz="1600" dirty="0" err="1">
                <a:latin typeface="Courier New" panose="02070309020205020404" pitchFamily="49" charset="0"/>
              </a:rPr>
              <a:t>return</a:t>
            </a:r>
            <a:r>
              <a:rPr lang="lv-LV" altLang="en-US" sz="1600" dirty="0">
                <a:latin typeface="Courier New" panose="02070309020205020404" pitchFamily="49" charset="0"/>
              </a:rPr>
              <a:t> a-b;}</a:t>
            </a:r>
          </a:p>
          <a:p>
            <a:pPr>
              <a:lnSpc>
                <a:spcPct val="80000"/>
              </a:lnSpc>
              <a:buClr>
                <a:srgbClr val="0000FF"/>
              </a:buClr>
              <a:buFontTx/>
              <a:buAutoNum type="arabicPeriod"/>
            </a:pPr>
            <a:endParaRPr lang="lv-LV" altLang="en-US" sz="1600" dirty="0">
              <a:latin typeface="Courier New" panose="02070309020205020404" pitchFamily="49" charset="0"/>
            </a:endParaRPr>
          </a:p>
          <a:p>
            <a:pPr>
              <a:lnSpc>
                <a:spcPct val="80000"/>
              </a:lnSpc>
              <a:buClr>
                <a:srgbClr val="0000FF"/>
              </a:buClr>
              <a:buFontTx/>
              <a:buAutoNum type="arabicPeriod"/>
            </a:pPr>
            <a:r>
              <a:rPr lang="lv-LV" altLang="en-US" sz="1600" dirty="0" err="1">
                <a:latin typeface="Courier New" panose="02070309020205020404" pitchFamily="49" charset="0"/>
              </a:rPr>
              <a:t>int</a:t>
            </a:r>
            <a:r>
              <a:rPr lang="lv-LV" altLang="en-US" sz="1600" dirty="0">
                <a:latin typeface="Courier New" panose="02070309020205020404" pitchFamily="49" charset="0"/>
              </a:rPr>
              <a:t> </a:t>
            </a:r>
            <a:r>
              <a:rPr lang="lv-LV" altLang="en-US" sz="1600" dirty="0" err="1">
                <a:latin typeface="Courier New" panose="02070309020205020404" pitchFamily="49" charset="0"/>
              </a:rPr>
              <a:t>main</a:t>
            </a:r>
            <a:r>
              <a:rPr lang="lv-LV" altLang="en-US" sz="1600" dirty="0">
                <a:latin typeface="Courier New" panose="02070309020205020404" pitchFamily="49" charset="0"/>
              </a:rPr>
              <a:t>()</a:t>
            </a:r>
          </a:p>
          <a:p>
            <a:pPr>
              <a:lnSpc>
                <a:spcPct val="80000"/>
              </a:lnSpc>
              <a:buClr>
                <a:srgbClr val="0000FF"/>
              </a:buClr>
              <a:buFontTx/>
              <a:buAutoNum type="arabicPeriod"/>
            </a:pPr>
            <a:r>
              <a:rPr lang="lv-LV" altLang="en-US" sz="1600" dirty="0">
                <a:latin typeface="Courier New" panose="02070309020205020404" pitchFamily="49" charset="0"/>
              </a:rPr>
              <a:t>{</a:t>
            </a:r>
          </a:p>
          <a:p>
            <a:pPr>
              <a:lnSpc>
                <a:spcPct val="80000"/>
              </a:lnSpc>
              <a:buClr>
                <a:srgbClr val="0000FF"/>
              </a:buClr>
              <a:buFontTx/>
              <a:buAutoNum type="arabicPeriod"/>
            </a:pPr>
            <a:r>
              <a:rPr lang="lv-LV" altLang="en-US" sz="1600" dirty="0">
                <a:latin typeface="Courier New" panose="02070309020205020404" pitchFamily="49" charset="0"/>
              </a:rPr>
              <a:t>    </a:t>
            </a:r>
            <a:r>
              <a:rPr lang="lv-LV" altLang="en-US" sz="1600" dirty="0" err="1">
                <a:latin typeface="Courier New" panose="02070309020205020404" pitchFamily="49" charset="0"/>
              </a:rPr>
              <a:t>int</a:t>
            </a:r>
            <a:r>
              <a:rPr lang="lv-LV" altLang="en-US" sz="1600" dirty="0">
                <a:latin typeface="Courier New" panose="02070309020205020404" pitchFamily="49" charset="0"/>
              </a:rPr>
              <a:t> x=20, y=2;</a:t>
            </a:r>
          </a:p>
          <a:p>
            <a:pPr>
              <a:lnSpc>
                <a:spcPct val="80000"/>
              </a:lnSpc>
              <a:buClr>
                <a:srgbClr val="0000FF"/>
              </a:buClr>
              <a:buFontTx/>
              <a:buAutoNum type="arabicPeriod"/>
            </a:pPr>
            <a:r>
              <a:rPr lang="lv-LV" altLang="en-US" sz="1600" dirty="0">
                <a:latin typeface="Courier New" panose="02070309020205020404" pitchFamily="49" charset="0"/>
              </a:rPr>
              <a:t>    </a:t>
            </a:r>
            <a:r>
              <a:rPr lang="lv-LV" altLang="en-US" sz="1600" dirty="0" err="1">
                <a:latin typeface="Courier New" panose="02070309020205020404" pitchFamily="49" charset="0"/>
              </a:rPr>
              <a:t>cout</a:t>
            </a:r>
            <a:r>
              <a:rPr lang="lv-LV" altLang="en-US" sz="1600" dirty="0">
                <a:latin typeface="Courier New" panose="02070309020205020404" pitchFamily="49" charset="0"/>
              </a:rPr>
              <a:t> &lt;&lt; </a:t>
            </a:r>
            <a:r>
              <a:rPr lang="lv-LV" altLang="en-US" sz="1600" dirty="0" err="1">
                <a:latin typeface="Courier New" panose="02070309020205020404" pitchFamily="49" charset="0"/>
              </a:rPr>
              <a:t>Mult</a:t>
            </a:r>
            <a:r>
              <a:rPr lang="lv-LV" altLang="en-US" sz="1600" dirty="0">
                <a:latin typeface="Courier New" panose="02070309020205020404" pitchFamily="49" charset="0"/>
              </a:rPr>
              <a:t>(</a:t>
            </a:r>
            <a:r>
              <a:rPr lang="lv-LV" altLang="en-US" sz="1600" dirty="0" err="1">
                <a:latin typeface="Courier New" panose="02070309020205020404" pitchFamily="49" charset="0"/>
              </a:rPr>
              <a:t>x,y</a:t>
            </a:r>
            <a:r>
              <a:rPr lang="lv-LV" altLang="en-US" sz="1600" dirty="0">
                <a:latin typeface="Courier New" panose="02070309020205020404" pitchFamily="49" charset="0"/>
              </a:rPr>
              <a:t>) &lt;&lt; </a:t>
            </a:r>
            <a:r>
              <a:rPr lang="lv-LV" altLang="en-US" sz="1600" dirty="0" err="1">
                <a:latin typeface="Courier New" panose="02070309020205020404" pitchFamily="49" charset="0"/>
              </a:rPr>
              <a:t>endl</a:t>
            </a:r>
            <a:r>
              <a:rPr lang="lv-LV" altLang="en-US" sz="1600" dirty="0">
                <a:latin typeface="Courier New" panose="02070309020205020404" pitchFamily="49" charset="0"/>
              </a:rPr>
              <a:t>;</a:t>
            </a:r>
          </a:p>
          <a:p>
            <a:pPr>
              <a:lnSpc>
                <a:spcPct val="80000"/>
              </a:lnSpc>
              <a:buClr>
                <a:srgbClr val="0000FF"/>
              </a:buClr>
              <a:buFontTx/>
              <a:buAutoNum type="arabicPeriod"/>
            </a:pPr>
            <a:r>
              <a:rPr lang="lv-LV" altLang="en-US" sz="1600" dirty="0">
                <a:latin typeface="Courier New" panose="02070309020205020404" pitchFamily="49" charset="0"/>
              </a:rPr>
              <a:t>    </a:t>
            </a:r>
            <a:r>
              <a:rPr lang="lv-LV" altLang="en-US" sz="1600" dirty="0" err="1">
                <a:latin typeface="Courier New" panose="02070309020205020404" pitchFamily="49" charset="0"/>
              </a:rPr>
              <a:t>cout</a:t>
            </a:r>
            <a:r>
              <a:rPr lang="lv-LV" altLang="en-US" sz="1600" dirty="0">
                <a:latin typeface="Courier New" panose="02070309020205020404" pitchFamily="49" charset="0"/>
              </a:rPr>
              <a:t> &lt;&lt; </a:t>
            </a:r>
            <a:r>
              <a:rPr lang="lv-LV" altLang="en-US" sz="1600" dirty="0" err="1">
                <a:latin typeface="Courier New" panose="02070309020205020404" pitchFamily="49" charset="0"/>
              </a:rPr>
              <a:t>Div</a:t>
            </a:r>
            <a:r>
              <a:rPr lang="lv-LV" altLang="en-US" sz="1600" dirty="0">
                <a:latin typeface="Courier New" panose="02070309020205020404" pitchFamily="49" charset="0"/>
              </a:rPr>
              <a:t>(</a:t>
            </a:r>
            <a:r>
              <a:rPr lang="lv-LV" altLang="en-US" sz="1600" dirty="0" err="1">
                <a:latin typeface="Courier New" panose="02070309020205020404" pitchFamily="49" charset="0"/>
              </a:rPr>
              <a:t>x,y</a:t>
            </a:r>
            <a:r>
              <a:rPr lang="lv-LV" altLang="en-US" sz="1600" dirty="0">
                <a:latin typeface="Courier New" panose="02070309020205020404" pitchFamily="49" charset="0"/>
              </a:rPr>
              <a:t>) &lt;&lt; </a:t>
            </a:r>
            <a:r>
              <a:rPr lang="lv-LV" altLang="en-US" sz="1600" dirty="0" err="1">
                <a:latin typeface="Courier New" panose="02070309020205020404" pitchFamily="49" charset="0"/>
              </a:rPr>
              <a:t>endl</a:t>
            </a:r>
            <a:r>
              <a:rPr lang="lv-LV" altLang="en-US" sz="1600" dirty="0">
                <a:latin typeface="Courier New" panose="02070309020205020404" pitchFamily="49" charset="0"/>
              </a:rPr>
              <a:t>;</a:t>
            </a:r>
          </a:p>
          <a:p>
            <a:pPr>
              <a:lnSpc>
                <a:spcPct val="80000"/>
              </a:lnSpc>
              <a:buClr>
                <a:srgbClr val="0000FF"/>
              </a:buClr>
              <a:buFontTx/>
              <a:buAutoNum type="arabicPeriod"/>
            </a:pPr>
            <a:r>
              <a:rPr lang="lv-LV" altLang="en-US" sz="1600" dirty="0">
                <a:latin typeface="Courier New" panose="02070309020205020404" pitchFamily="49" charset="0"/>
              </a:rPr>
              <a:t>    </a:t>
            </a:r>
            <a:r>
              <a:rPr lang="lv-LV" altLang="en-US" sz="1600" dirty="0" err="1">
                <a:latin typeface="Courier New" panose="02070309020205020404" pitchFamily="49" charset="0"/>
              </a:rPr>
              <a:t>cout</a:t>
            </a:r>
            <a:r>
              <a:rPr lang="lv-LV" altLang="en-US" sz="1600" dirty="0">
                <a:latin typeface="Courier New" panose="02070309020205020404" pitchFamily="49" charset="0"/>
              </a:rPr>
              <a:t> &lt;&lt; Sum(</a:t>
            </a:r>
            <a:r>
              <a:rPr lang="lv-LV" altLang="en-US" sz="1600" dirty="0" err="1">
                <a:latin typeface="Courier New" panose="02070309020205020404" pitchFamily="49" charset="0"/>
              </a:rPr>
              <a:t>x,y</a:t>
            </a:r>
            <a:r>
              <a:rPr lang="lv-LV" altLang="en-US" sz="1600" dirty="0">
                <a:latin typeface="Courier New" panose="02070309020205020404" pitchFamily="49" charset="0"/>
              </a:rPr>
              <a:t>) &lt;&lt; </a:t>
            </a:r>
            <a:r>
              <a:rPr lang="lv-LV" altLang="en-US" sz="1600" dirty="0" err="1">
                <a:latin typeface="Courier New" panose="02070309020205020404" pitchFamily="49" charset="0"/>
              </a:rPr>
              <a:t>endl</a:t>
            </a:r>
            <a:r>
              <a:rPr lang="lv-LV" altLang="en-US" sz="1600" dirty="0">
                <a:latin typeface="Courier New" panose="02070309020205020404" pitchFamily="49" charset="0"/>
              </a:rPr>
              <a:t>;</a:t>
            </a:r>
          </a:p>
          <a:p>
            <a:pPr>
              <a:lnSpc>
                <a:spcPct val="80000"/>
              </a:lnSpc>
              <a:buClr>
                <a:srgbClr val="0000FF"/>
              </a:buClr>
              <a:buFontTx/>
              <a:buAutoNum type="arabicPeriod"/>
            </a:pPr>
            <a:r>
              <a:rPr lang="lv-LV" altLang="en-US" sz="1600" dirty="0">
                <a:latin typeface="Courier New" panose="02070309020205020404" pitchFamily="49" charset="0"/>
              </a:rPr>
              <a:t>    </a:t>
            </a:r>
            <a:r>
              <a:rPr lang="lv-LV" altLang="en-US" sz="1600" dirty="0" err="1">
                <a:latin typeface="Courier New" panose="02070309020205020404" pitchFamily="49" charset="0"/>
              </a:rPr>
              <a:t>cout</a:t>
            </a:r>
            <a:r>
              <a:rPr lang="lv-LV" altLang="en-US" sz="1600" dirty="0">
                <a:latin typeface="Courier New" panose="02070309020205020404" pitchFamily="49" charset="0"/>
              </a:rPr>
              <a:t> &lt;&lt; </a:t>
            </a:r>
            <a:r>
              <a:rPr lang="lv-LV" altLang="en-US" sz="1600" dirty="0" err="1">
                <a:latin typeface="Courier New" panose="02070309020205020404" pitchFamily="49" charset="0"/>
              </a:rPr>
              <a:t>Diff</a:t>
            </a:r>
            <a:r>
              <a:rPr lang="lv-LV" altLang="en-US" sz="1600" dirty="0">
                <a:latin typeface="Courier New" panose="02070309020205020404" pitchFamily="49" charset="0"/>
              </a:rPr>
              <a:t>(</a:t>
            </a:r>
            <a:r>
              <a:rPr lang="lv-LV" altLang="en-US" sz="1600" dirty="0" err="1">
                <a:latin typeface="Courier New" panose="02070309020205020404" pitchFamily="49" charset="0"/>
              </a:rPr>
              <a:t>x,y</a:t>
            </a:r>
            <a:r>
              <a:rPr lang="lv-LV" altLang="en-US" sz="1600" dirty="0">
                <a:latin typeface="Courier New" panose="02070309020205020404" pitchFamily="49" charset="0"/>
              </a:rPr>
              <a:t>) &lt;&lt; </a:t>
            </a:r>
            <a:r>
              <a:rPr lang="lv-LV" altLang="en-US" sz="1600" dirty="0" err="1">
                <a:latin typeface="Courier New" panose="02070309020205020404" pitchFamily="49" charset="0"/>
              </a:rPr>
              <a:t>endl</a:t>
            </a:r>
            <a:r>
              <a:rPr lang="lv-LV" altLang="en-US" sz="1600" dirty="0">
                <a:latin typeface="Courier New" panose="02070309020205020404" pitchFamily="49" charset="0"/>
              </a:rPr>
              <a:t>;</a:t>
            </a:r>
          </a:p>
          <a:p>
            <a:pPr>
              <a:lnSpc>
                <a:spcPct val="80000"/>
              </a:lnSpc>
              <a:buClr>
                <a:srgbClr val="0000FF"/>
              </a:buClr>
              <a:buFontTx/>
              <a:buAutoNum type="arabicPeriod"/>
            </a:pPr>
            <a:r>
              <a:rPr lang="lv-LV" altLang="en-US" sz="1600" dirty="0">
                <a:latin typeface="Courier New" panose="02070309020205020404" pitchFamily="49" charset="0"/>
              </a:rPr>
              <a:t>    </a:t>
            </a:r>
            <a:r>
              <a:rPr lang="lv-LV" altLang="en-US" sz="1600" dirty="0" err="1">
                <a:latin typeface="Courier New" panose="02070309020205020404" pitchFamily="49" charset="0"/>
              </a:rPr>
              <a:t>system</a:t>
            </a:r>
            <a:r>
              <a:rPr lang="lv-LV" altLang="en-US" sz="1600" dirty="0">
                <a:latin typeface="Courier New" panose="02070309020205020404" pitchFamily="49" charset="0"/>
              </a:rPr>
              <a:t>("</a:t>
            </a:r>
            <a:r>
              <a:rPr lang="lv-LV" altLang="en-US" sz="1600" dirty="0" err="1">
                <a:latin typeface="Courier New" panose="02070309020205020404" pitchFamily="49" charset="0"/>
              </a:rPr>
              <a:t>pause</a:t>
            </a:r>
            <a:r>
              <a:rPr lang="lv-LV" altLang="en-US" sz="1600" dirty="0">
                <a:latin typeface="Courier New" panose="02070309020205020404" pitchFamily="49" charset="0"/>
              </a:rPr>
              <a:t>");</a:t>
            </a:r>
          </a:p>
          <a:p>
            <a:pPr>
              <a:lnSpc>
                <a:spcPct val="80000"/>
              </a:lnSpc>
              <a:buClr>
                <a:srgbClr val="0000FF"/>
              </a:buClr>
              <a:buFontTx/>
              <a:buAutoNum type="arabicPeriod"/>
            </a:pPr>
            <a:r>
              <a:rPr lang="lv-LV" altLang="en-US" sz="1600" dirty="0">
                <a:latin typeface="Courier New" panose="02070309020205020404" pitchFamily="49" charset="0"/>
              </a:rPr>
              <a:t>    </a:t>
            </a:r>
            <a:r>
              <a:rPr lang="lv-LV" altLang="en-US" sz="1600" dirty="0" err="1">
                <a:latin typeface="Courier New" panose="02070309020205020404" pitchFamily="49" charset="0"/>
              </a:rPr>
              <a:t>return</a:t>
            </a:r>
            <a:r>
              <a:rPr lang="lv-LV" altLang="en-US" sz="1600" dirty="0">
                <a:latin typeface="Courier New" panose="02070309020205020404" pitchFamily="49" charset="0"/>
              </a:rPr>
              <a:t> 0;</a:t>
            </a:r>
          </a:p>
          <a:p>
            <a:pPr>
              <a:lnSpc>
                <a:spcPct val="80000"/>
              </a:lnSpc>
              <a:buClr>
                <a:srgbClr val="0000FF"/>
              </a:buClr>
              <a:buFontTx/>
              <a:buAutoNum type="arabicPeriod"/>
            </a:pPr>
            <a:r>
              <a:rPr lang="lv-LV" altLang="en-US" sz="1600" dirty="0">
                <a:latin typeface="Courier New" panose="02070309020205020404" pitchFamily="49" charset="0"/>
              </a:rPr>
              <a:t>}</a:t>
            </a:r>
          </a:p>
        </p:txBody>
      </p:sp>
      <p:pic>
        <p:nvPicPr>
          <p:cNvPr id="6148" name="Picture 4">
            <a:extLst>
              <a:ext uri="{FF2B5EF4-FFF2-40B4-BE49-F238E27FC236}">
                <a16:creationId xmlns:a16="http://schemas.microsoft.com/office/drawing/2014/main" id="{8AC6DC15-CDC0-4A18-B327-61137C0E1D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03800" y="5876925"/>
            <a:ext cx="3200400" cy="838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149" name="Text Box 5">
            <a:extLst>
              <a:ext uri="{FF2B5EF4-FFF2-40B4-BE49-F238E27FC236}">
                <a16:creationId xmlns:a16="http://schemas.microsoft.com/office/drawing/2014/main" id="{CAE99DA7-60CA-4F7F-9C14-1F72C3ADDBF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76825" y="1341438"/>
            <a:ext cx="3527425" cy="9541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sz="2800" dirty="0">
                <a:latin typeface="Times New Roman" panose="02020603050405020304" pitchFamily="18" charset="0"/>
              </a:rPr>
              <a:t>All functions including main in a single file</a:t>
            </a:r>
            <a:r>
              <a:rPr lang="lv-LV" altLang="en-US" sz="2800" dirty="0">
                <a:latin typeface="Times New Roman" panose="02020603050405020304" pitchFamily="18" charset="0"/>
              </a:rPr>
              <a:t>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30EFAC28-7959-40FD-8E90-20C45903029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Program example</a:t>
            </a:r>
            <a:endParaRPr lang="lv-LV" altLang="en-US" dirty="0"/>
          </a:p>
        </p:txBody>
      </p:sp>
      <p:sp>
        <p:nvSpPr>
          <p:cNvPr id="7171" name="Rectangle 3">
            <a:extLst>
              <a:ext uri="{FF2B5EF4-FFF2-40B4-BE49-F238E27FC236}">
                <a16:creationId xmlns:a16="http://schemas.microsoft.com/office/drawing/2014/main" id="{72BDF0A3-108D-4437-A644-9C11A187B55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00013" y="1649413"/>
            <a:ext cx="4256087" cy="1181100"/>
          </a:xfrm>
          <a:noFill/>
          <a:ln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pPr marL="609600" indent="-609600">
              <a:lnSpc>
                <a:spcPct val="80000"/>
              </a:lnSpc>
              <a:buClr>
                <a:srgbClr val="0000FF"/>
              </a:buClr>
              <a:buFontTx/>
              <a:buAutoNum type="arabicPeriod"/>
            </a:pPr>
            <a:r>
              <a:rPr lang="lv-LV" altLang="en-US" sz="1700" dirty="0" err="1">
                <a:latin typeface="Courier New" panose="02070309020205020404" pitchFamily="49" charset="0"/>
              </a:rPr>
              <a:t>float</a:t>
            </a:r>
            <a:r>
              <a:rPr lang="lv-LV" altLang="en-US" sz="1700" dirty="0">
                <a:latin typeface="Courier New" panose="02070309020205020404" pitchFamily="49" charset="0"/>
              </a:rPr>
              <a:t> </a:t>
            </a:r>
            <a:r>
              <a:rPr lang="lv-LV" altLang="en-US" sz="1700" dirty="0" err="1">
                <a:latin typeface="Courier New" panose="02070309020205020404" pitchFamily="49" charset="0"/>
              </a:rPr>
              <a:t>Mult</a:t>
            </a:r>
            <a:r>
              <a:rPr lang="lv-LV" altLang="en-US" sz="1700" dirty="0">
                <a:latin typeface="Courier New" panose="02070309020205020404" pitchFamily="49" charset="0"/>
              </a:rPr>
              <a:t> (</a:t>
            </a:r>
            <a:r>
              <a:rPr lang="lv-LV" altLang="en-US" sz="1700" dirty="0" err="1">
                <a:latin typeface="Courier New" panose="02070309020205020404" pitchFamily="49" charset="0"/>
              </a:rPr>
              <a:t>float</a:t>
            </a:r>
            <a:r>
              <a:rPr lang="lv-LV" altLang="en-US" sz="1700" dirty="0">
                <a:latin typeface="Courier New" panose="02070309020205020404" pitchFamily="49" charset="0"/>
              </a:rPr>
              <a:t>, </a:t>
            </a:r>
            <a:r>
              <a:rPr lang="lv-LV" altLang="en-US" sz="1700" dirty="0" err="1">
                <a:latin typeface="Courier New" panose="02070309020205020404" pitchFamily="49" charset="0"/>
              </a:rPr>
              <a:t>float</a:t>
            </a:r>
            <a:r>
              <a:rPr lang="lv-LV" altLang="en-US" sz="1700" dirty="0">
                <a:latin typeface="Courier New" panose="02070309020205020404" pitchFamily="49" charset="0"/>
              </a:rPr>
              <a:t>);</a:t>
            </a:r>
          </a:p>
          <a:p>
            <a:pPr marL="609600" indent="-609600">
              <a:lnSpc>
                <a:spcPct val="80000"/>
              </a:lnSpc>
              <a:buClr>
                <a:srgbClr val="0000FF"/>
              </a:buClr>
              <a:buFontTx/>
              <a:buAutoNum type="arabicPeriod"/>
            </a:pPr>
            <a:r>
              <a:rPr lang="lv-LV" altLang="en-US" sz="1700" dirty="0" err="1">
                <a:latin typeface="Courier New" panose="02070309020205020404" pitchFamily="49" charset="0"/>
              </a:rPr>
              <a:t>float</a:t>
            </a:r>
            <a:r>
              <a:rPr lang="lv-LV" altLang="en-US" sz="1700" dirty="0">
                <a:latin typeface="Courier New" panose="02070309020205020404" pitchFamily="49" charset="0"/>
              </a:rPr>
              <a:t> </a:t>
            </a:r>
            <a:r>
              <a:rPr lang="lv-LV" altLang="en-US" sz="1700" dirty="0" err="1">
                <a:latin typeface="Courier New" panose="02070309020205020404" pitchFamily="49" charset="0"/>
              </a:rPr>
              <a:t>Div</a:t>
            </a:r>
            <a:r>
              <a:rPr lang="lv-LV" altLang="en-US" sz="1700" dirty="0">
                <a:latin typeface="Courier New" panose="02070309020205020404" pitchFamily="49" charset="0"/>
              </a:rPr>
              <a:t> (</a:t>
            </a:r>
            <a:r>
              <a:rPr lang="lv-LV" altLang="en-US" sz="1700" dirty="0" err="1">
                <a:latin typeface="Courier New" panose="02070309020205020404" pitchFamily="49" charset="0"/>
              </a:rPr>
              <a:t>float</a:t>
            </a:r>
            <a:r>
              <a:rPr lang="lv-LV" altLang="en-US" sz="1700" dirty="0">
                <a:latin typeface="Courier New" panose="02070309020205020404" pitchFamily="49" charset="0"/>
              </a:rPr>
              <a:t>, </a:t>
            </a:r>
            <a:r>
              <a:rPr lang="lv-LV" altLang="en-US" sz="1700" dirty="0" err="1">
                <a:latin typeface="Courier New" panose="02070309020205020404" pitchFamily="49" charset="0"/>
              </a:rPr>
              <a:t>float</a:t>
            </a:r>
            <a:r>
              <a:rPr lang="lv-LV" altLang="en-US" sz="1700" dirty="0">
                <a:latin typeface="Courier New" panose="02070309020205020404" pitchFamily="49" charset="0"/>
              </a:rPr>
              <a:t>);</a:t>
            </a:r>
          </a:p>
          <a:p>
            <a:pPr marL="609600" indent="-609600">
              <a:lnSpc>
                <a:spcPct val="80000"/>
              </a:lnSpc>
              <a:buClr>
                <a:srgbClr val="0000FF"/>
              </a:buClr>
              <a:buFontTx/>
              <a:buAutoNum type="arabicPeriod"/>
            </a:pPr>
            <a:r>
              <a:rPr lang="lv-LV" altLang="en-US" sz="1700" dirty="0" err="1">
                <a:latin typeface="Courier New" panose="02070309020205020404" pitchFamily="49" charset="0"/>
              </a:rPr>
              <a:t>float</a:t>
            </a:r>
            <a:r>
              <a:rPr lang="lv-LV" altLang="en-US" sz="1700" dirty="0">
                <a:latin typeface="Courier New" panose="02070309020205020404" pitchFamily="49" charset="0"/>
              </a:rPr>
              <a:t> Sum (</a:t>
            </a:r>
            <a:r>
              <a:rPr lang="lv-LV" altLang="en-US" sz="1700" dirty="0" err="1">
                <a:latin typeface="Courier New" panose="02070309020205020404" pitchFamily="49" charset="0"/>
              </a:rPr>
              <a:t>float</a:t>
            </a:r>
            <a:r>
              <a:rPr lang="lv-LV" altLang="en-US" sz="1700" dirty="0">
                <a:latin typeface="Courier New" panose="02070309020205020404" pitchFamily="49" charset="0"/>
              </a:rPr>
              <a:t>, </a:t>
            </a:r>
            <a:r>
              <a:rPr lang="lv-LV" altLang="en-US" sz="1700" dirty="0" err="1">
                <a:latin typeface="Courier New" panose="02070309020205020404" pitchFamily="49" charset="0"/>
              </a:rPr>
              <a:t>float</a:t>
            </a:r>
            <a:r>
              <a:rPr lang="lv-LV" altLang="en-US" sz="1700" dirty="0">
                <a:latin typeface="Courier New" panose="02070309020205020404" pitchFamily="49" charset="0"/>
              </a:rPr>
              <a:t>);</a:t>
            </a:r>
          </a:p>
          <a:p>
            <a:pPr marL="609600" indent="-609600">
              <a:lnSpc>
                <a:spcPct val="80000"/>
              </a:lnSpc>
              <a:buClr>
                <a:srgbClr val="0000FF"/>
              </a:buClr>
              <a:buFontTx/>
              <a:buAutoNum type="arabicPeriod"/>
            </a:pPr>
            <a:r>
              <a:rPr lang="lv-LV" altLang="en-US" sz="1700" dirty="0" err="1">
                <a:latin typeface="Courier New" panose="02070309020205020404" pitchFamily="49" charset="0"/>
              </a:rPr>
              <a:t>float</a:t>
            </a:r>
            <a:r>
              <a:rPr lang="lv-LV" altLang="en-US" sz="1700" dirty="0">
                <a:latin typeface="Courier New" panose="02070309020205020404" pitchFamily="49" charset="0"/>
              </a:rPr>
              <a:t> </a:t>
            </a:r>
            <a:r>
              <a:rPr lang="lv-LV" altLang="en-US" sz="1700" dirty="0" err="1">
                <a:latin typeface="Courier New" panose="02070309020205020404" pitchFamily="49" charset="0"/>
              </a:rPr>
              <a:t>Diff</a:t>
            </a:r>
            <a:r>
              <a:rPr lang="lv-LV" altLang="en-US" sz="1700" dirty="0">
                <a:latin typeface="Courier New" panose="02070309020205020404" pitchFamily="49" charset="0"/>
              </a:rPr>
              <a:t> (</a:t>
            </a:r>
            <a:r>
              <a:rPr lang="lv-LV" altLang="en-US" sz="1700" dirty="0" err="1">
                <a:latin typeface="Courier New" panose="02070309020205020404" pitchFamily="49" charset="0"/>
              </a:rPr>
              <a:t>float</a:t>
            </a:r>
            <a:r>
              <a:rPr lang="lv-LV" altLang="en-US" sz="1700" dirty="0">
                <a:latin typeface="Courier New" panose="02070309020205020404" pitchFamily="49" charset="0"/>
              </a:rPr>
              <a:t>, </a:t>
            </a:r>
            <a:r>
              <a:rPr lang="lv-LV" altLang="en-US" sz="1700" dirty="0" err="1">
                <a:latin typeface="Courier New" panose="02070309020205020404" pitchFamily="49" charset="0"/>
              </a:rPr>
              <a:t>float</a:t>
            </a:r>
            <a:r>
              <a:rPr lang="lv-LV" altLang="en-US" sz="1700" dirty="0">
                <a:latin typeface="Courier New" panose="02070309020205020404" pitchFamily="49" charset="0"/>
              </a:rPr>
              <a:t>);</a:t>
            </a:r>
          </a:p>
        </p:txBody>
      </p:sp>
      <p:sp>
        <p:nvSpPr>
          <p:cNvPr id="7172" name="Text Box 4">
            <a:extLst>
              <a:ext uri="{FF2B5EF4-FFF2-40B4-BE49-F238E27FC236}">
                <a16:creationId xmlns:a16="http://schemas.microsoft.com/office/drawing/2014/main" id="{221F84B0-C756-40E1-A578-C94AAA836B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88" y="1319213"/>
            <a:ext cx="11874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lv-LV" altLang="en-US"/>
              <a:t>mymath.h</a:t>
            </a:r>
          </a:p>
        </p:txBody>
      </p:sp>
      <p:sp>
        <p:nvSpPr>
          <p:cNvPr id="7173" name="Text Box 5">
            <a:extLst>
              <a:ext uri="{FF2B5EF4-FFF2-40B4-BE49-F238E27FC236}">
                <a16:creationId xmlns:a16="http://schemas.microsoft.com/office/drawing/2014/main" id="{1F62C848-8C2E-46C2-9333-AEC25AA6CB7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0013" y="3244850"/>
            <a:ext cx="4311650" cy="294798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001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2573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1717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6289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0861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5433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0005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buClr>
                <a:srgbClr val="0000FF"/>
              </a:buClr>
              <a:buFontTx/>
              <a:buAutoNum type="arabicPeriod"/>
            </a:pPr>
            <a:r>
              <a:rPr lang="lv-LV" altLang="en-US" sz="1700" dirty="0" err="1">
                <a:latin typeface="Courier New" panose="02070309020205020404" pitchFamily="49" charset="0"/>
              </a:rPr>
              <a:t>float</a:t>
            </a:r>
            <a:r>
              <a:rPr lang="lv-LV" altLang="en-US" sz="1700" dirty="0">
                <a:latin typeface="Courier New" panose="02070309020205020404" pitchFamily="49" charset="0"/>
              </a:rPr>
              <a:t> </a:t>
            </a:r>
            <a:r>
              <a:rPr lang="lv-LV" altLang="en-US" sz="1700" dirty="0" err="1">
                <a:latin typeface="Courier New" panose="02070309020205020404" pitchFamily="49" charset="0"/>
              </a:rPr>
              <a:t>Mult</a:t>
            </a:r>
            <a:r>
              <a:rPr lang="lv-LV" altLang="en-US" sz="1700" dirty="0">
                <a:latin typeface="Courier New" panose="02070309020205020404" pitchFamily="49" charset="0"/>
              </a:rPr>
              <a:t> (</a:t>
            </a:r>
            <a:r>
              <a:rPr lang="lv-LV" altLang="en-US" sz="1700" dirty="0" err="1">
                <a:latin typeface="Courier New" panose="02070309020205020404" pitchFamily="49" charset="0"/>
              </a:rPr>
              <a:t>float</a:t>
            </a:r>
            <a:r>
              <a:rPr lang="lv-LV" altLang="en-US" sz="1700" dirty="0">
                <a:latin typeface="Courier New" panose="02070309020205020404" pitchFamily="49" charset="0"/>
              </a:rPr>
              <a:t> a, </a:t>
            </a:r>
            <a:r>
              <a:rPr lang="lv-LV" altLang="en-US" sz="1700" dirty="0" err="1">
                <a:latin typeface="Courier New" panose="02070309020205020404" pitchFamily="49" charset="0"/>
              </a:rPr>
              <a:t>float</a:t>
            </a:r>
            <a:r>
              <a:rPr lang="lv-LV" altLang="en-US" sz="1700" dirty="0">
                <a:latin typeface="Courier New" panose="02070309020205020404" pitchFamily="49" charset="0"/>
              </a:rPr>
              <a:t> b)</a:t>
            </a:r>
          </a:p>
          <a:p>
            <a:pPr>
              <a:buClr>
                <a:srgbClr val="0000FF"/>
              </a:buClr>
              <a:buFontTx/>
              <a:buAutoNum type="arabicPeriod"/>
            </a:pPr>
            <a:r>
              <a:rPr lang="lv-LV" altLang="en-US" sz="1700" dirty="0">
                <a:latin typeface="Courier New" panose="02070309020205020404" pitchFamily="49" charset="0"/>
              </a:rPr>
              <a:t>{</a:t>
            </a:r>
            <a:r>
              <a:rPr lang="lv-LV" altLang="en-US" sz="1700" dirty="0" err="1">
                <a:latin typeface="Courier New" panose="02070309020205020404" pitchFamily="49" charset="0"/>
              </a:rPr>
              <a:t>return</a:t>
            </a:r>
            <a:r>
              <a:rPr lang="lv-LV" altLang="en-US" sz="1700" dirty="0">
                <a:latin typeface="Courier New" panose="02070309020205020404" pitchFamily="49" charset="0"/>
              </a:rPr>
              <a:t> a*b;}</a:t>
            </a:r>
          </a:p>
          <a:p>
            <a:pPr>
              <a:buClr>
                <a:srgbClr val="0000FF"/>
              </a:buClr>
              <a:buFontTx/>
              <a:buAutoNum type="arabicPeriod"/>
            </a:pPr>
            <a:endParaRPr lang="lv-LV" altLang="en-US" sz="1700" dirty="0">
              <a:latin typeface="Courier New" panose="02070309020205020404" pitchFamily="49" charset="0"/>
            </a:endParaRPr>
          </a:p>
          <a:p>
            <a:pPr>
              <a:buClr>
                <a:srgbClr val="0000FF"/>
              </a:buClr>
              <a:buFontTx/>
              <a:buAutoNum type="arabicPeriod"/>
            </a:pPr>
            <a:r>
              <a:rPr lang="lv-LV" altLang="en-US" sz="1700" dirty="0" err="1">
                <a:latin typeface="Courier New" panose="02070309020205020404" pitchFamily="49" charset="0"/>
              </a:rPr>
              <a:t>float</a:t>
            </a:r>
            <a:r>
              <a:rPr lang="lv-LV" altLang="en-US" sz="1700" dirty="0">
                <a:latin typeface="Courier New" panose="02070309020205020404" pitchFamily="49" charset="0"/>
              </a:rPr>
              <a:t> </a:t>
            </a:r>
            <a:r>
              <a:rPr lang="lv-LV" altLang="en-US" sz="1700" dirty="0" err="1">
                <a:latin typeface="Courier New" panose="02070309020205020404" pitchFamily="49" charset="0"/>
              </a:rPr>
              <a:t>Div</a:t>
            </a:r>
            <a:r>
              <a:rPr lang="lv-LV" altLang="en-US" sz="1700" dirty="0">
                <a:latin typeface="Courier New" panose="02070309020205020404" pitchFamily="49" charset="0"/>
              </a:rPr>
              <a:t> (</a:t>
            </a:r>
            <a:r>
              <a:rPr lang="lv-LV" altLang="en-US" sz="1700" dirty="0" err="1">
                <a:latin typeface="Courier New" panose="02070309020205020404" pitchFamily="49" charset="0"/>
              </a:rPr>
              <a:t>float</a:t>
            </a:r>
            <a:r>
              <a:rPr lang="lv-LV" altLang="en-US" sz="1700" dirty="0">
                <a:latin typeface="Courier New" panose="02070309020205020404" pitchFamily="49" charset="0"/>
              </a:rPr>
              <a:t> a, </a:t>
            </a:r>
            <a:r>
              <a:rPr lang="lv-LV" altLang="en-US" sz="1700" dirty="0" err="1">
                <a:latin typeface="Courier New" panose="02070309020205020404" pitchFamily="49" charset="0"/>
              </a:rPr>
              <a:t>float</a:t>
            </a:r>
            <a:r>
              <a:rPr lang="lv-LV" altLang="en-US" sz="1700" dirty="0">
                <a:latin typeface="Courier New" panose="02070309020205020404" pitchFamily="49" charset="0"/>
              </a:rPr>
              <a:t> b)</a:t>
            </a:r>
          </a:p>
          <a:p>
            <a:pPr>
              <a:buClr>
                <a:srgbClr val="0000FF"/>
              </a:buClr>
              <a:buFontTx/>
              <a:buAutoNum type="arabicPeriod"/>
            </a:pPr>
            <a:r>
              <a:rPr lang="lv-LV" altLang="en-US" sz="1700" dirty="0">
                <a:latin typeface="Courier New" panose="02070309020205020404" pitchFamily="49" charset="0"/>
              </a:rPr>
              <a:t>{</a:t>
            </a:r>
            <a:r>
              <a:rPr lang="lv-LV" altLang="en-US" sz="1700" dirty="0" err="1">
                <a:latin typeface="Courier New" panose="02070309020205020404" pitchFamily="49" charset="0"/>
              </a:rPr>
              <a:t>return</a:t>
            </a:r>
            <a:r>
              <a:rPr lang="lv-LV" altLang="en-US" sz="1700" dirty="0">
                <a:latin typeface="Courier New" panose="02070309020205020404" pitchFamily="49" charset="0"/>
              </a:rPr>
              <a:t> a/b;}</a:t>
            </a:r>
          </a:p>
          <a:p>
            <a:pPr>
              <a:buClr>
                <a:srgbClr val="0000FF"/>
              </a:buClr>
              <a:buFontTx/>
              <a:buAutoNum type="arabicPeriod"/>
            </a:pPr>
            <a:endParaRPr lang="lv-LV" altLang="en-US" sz="1700" dirty="0">
              <a:latin typeface="Courier New" panose="02070309020205020404" pitchFamily="49" charset="0"/>
            </a:endParaRPr>
          </a:p>
          <a:p>
            <a:pPr>
              <a:buClr>
                <a:srgbClr val="0000FF"/>
              </a:buClr>
              <a:buFontTx/>
              <a:buAutoNum type="arabicPeriod"/>
            </a:pPr>
            <a:r>
              <a:rPr lang="lv-LV" altLang="en-US" sz="1700" dirty="0" err="1">
                <a:latin typeface="Courier New" panose="02070309020205020404" pitchFamily="49" charset="0"/>
              </a:rPr>
              <a:t>float</a:t>
            </a:r>
            <a:r>
              <a:rPr lang="lv-LV" altLang="en-US" sz="1700" dirty="0">
                <a:latin typeface="Courier New" panose="02070309020205020404" pitchFamily="49" charset="0"/>
              </a:rPr>
              <a:t> Sum (</a:t>
            </a:r>
            <a:r>
              <a:rPr lang="lv-LV" altLang="en-US" sz="1700" dirty="0" err="1">
                <a:latin typeface="Courier New" panose="02070309020205020404" pitchFamily="49" charset="0"/>
              </a:rPr>
              <a:t>float</a:t>
            </a:r>
            <a:r>
              <a:rPr lang="lv-LV" altLang="en-US" sz="1700" dirty="0">
                <a:latin typeface="Courier New" panose="02070309020205020404" pitchFamily="49" charset="0"/>
              </a:rPr>
              <a:t> a, </a:t>
            </a:r>
            <a:r>
              <a:rPr lang="lv-LV" altLang="en-US" sz="1700" dirty="0" err="1">
                <a:latin typeface="Courier New" panose="02070309020205020404" pitchFamily="49" charset="0"/>
              </a:rPr>
              <a:t>float</a:t>
            </a:r>
            <a:r>
              <a:rPr lang="lv-LV" altLang="en-US" sz="1700" dirty="0">
                <a:latin typeface="Courier New" panose="02070309020205020404" pitchFamily="49" charset="0"/>
              </a:rPr>
              <a:t> b)</a:t>
            </a:r>
          </a:p>
          <a:p>
            <a:pPr>
              <a:buClr>
                <a:srgbClr val="0000FF"/>
              </a:buClr>
              <a:buFontTx/>
              <a:buAutoNum type="arabicPeriod"/>
            </a:pPr>
            <a:r>
              <a:rPr lang="lv-LV" altLang="en-US" sz="1700" dirty="0">
                <a:latin typeface="Courier New" panose="02070309020205020404" pitchFamily="49" charset="0"/>
              </a:rPr>
              <a:t>{</a:t>
            </a:r>
            <a:r>
              <a:rPr lang="lv-LV" altLang="en-US" sz="1700" dirty="0" err="1">
                <a:latin typeface="Courier New" panose="02070309020205020404" pitchFamily="49" charset="0"/>
              </a:rPr>
              <a:t>return</a:t>
            </a:r>
            <a:r>
              <a:rPr lang="lv-LV" altLang="en-US" sz="1700" dirty="0">
                <a:latin typeface="Courier New" panose="02070309020205020404" pitchFamily="49" charset="0"/>
              </a:rPr>
              <a:t> </a:t>
            </a:r>
            <a:r>
              <a:rPr lang="lv-LV" altLang="en-US" sz="1700" dirty="0" err="1">
                <a:latin typeface="Courier New" panose="02070309020205020404" pitchFamily="49" charset="0"/>
              </a:rPr>
              <a:t>a+b</a:t>
            </a:r>
            <a:r>
              <a:rPr lang="lv-LV" altLang="en-US" sz="1700" dirty="0">
                <a:latin typeface="Courier New" panose="02070309020205020404" pitchFamily="49" charset="0"/>
              </a:rPr>
              <a:t>;}</a:t>
            </a:r>
          </a:p>
          <a:p>
            <a:pPr>
              <a:buClr>
                <a:srgbClr val="0000FF"/>
              </a:buClr>
              <a:buFontTx/>
              <a:buAutoNum type="arabicPeriod"/>
            </a:pPr>
            <a:endParaRPr lang="lv-LV" altLang="en-US" sz="1700" dirty="0">
              <a:latin typeface="Courier New" panose="02070309020205020404" pitchFamily="49" charset="0"/>
            </a:endParaRPr>
          </a:p>
          <a:p>
            <a:pPr>
              <a:buClr>
                <a:srgbClr val="0000FF"/>
              </a:buClr>
              <a:buFontTx/>
              <a:buAutoNum type="arabicPeriod"/>
            </a:pPr>
            <a:r>
              <a:rPr lang="lv-LV" altLang="en-US" sz="1700" dirty="0" err="1">
                <a:latin typeface="Courier New" panose="02070309020205020404" pitchFamily="49" charset="0"/>
              </a:rPr>
              <a:t>float</a:t>
            </a:r>
            <a:r>
              <a:rPr lang="lv-LV" altLang="en-US" sz="1700" dirty="0">
                <a:latin typeface="Courier New" panose="02070309020205020404" pitchFamily="49" charset="0"/>
              </a:rPr>
              <a:t> </a:t>
            </a:r>
            <a:r>
              <a:rPr lang="lv-LV" altLang="en-US" sz="1700" dirty="0" err="1">
                <a:latin typeface="Courier New" panose="02070309020205020404" pitchFamily="49" charset="0"/>
              </a:rPr>
              <a:t>Diff</a:t>
            </a:r>
            <a:r>
              <a:rPr lang="lv-LV" altLang="en-US" sz="1700" dirty="0">
                <a:latin typeface="Courier New" panose="02070309020205020404" pitchFamily="49" charset="0"/>
              </a:rPr>
              <a:t> (</a:t>
            </a:r>
            <a:r>
              <a:rPr lang="lv-LV" altLang="en-US" sz="1700" dirty="0" err="1">
                <a:latin typeface="Courier New" panose="02070309020205020404" pitchFamily="49" charset="0"/>
              </a:rPr>
              <a:t>float</a:t>
            </a:r>
            <a:r>
              <a:rPr lang="lv-LV" altLang="en-US" sz="1700" dirty="0">
                <a:latin typeface="Courier New" panose="02070309020205020404" pitchFamily="49" charset="0"/>
              </a:rPr>
              <a:t> a, </a:t>
            </a:r>
            <a:r>
              <a:rPr lang="lv-LV" altLang="en-US" sz="1700" dirty="0" err="1">
                <a:latin typeface="Courier New" panose="02070309020205020404" pitchFamily="49" charset="0"/>
              </a:rPr>
              <a:t>float</a:t>
            </a:r>
            <a:r>
              <a:rPr lang="lv-LV" altLang="en-US" sz="1700" dirty="0">
                <a:latin typeface="Courier New" panose="02070309020205020404" pitchFamily="49" charset="0"/>
              </a:rPr>
              <a:t> b)</a:t>
            </a:r>
          </a:p>
          <a:p>
            <a:pPr>
              <a:buClr>
                <a:srgbClr val="0000FF"/>
              </a:buClr>
              <a:buFontTx/>
              <a:buAutoNum type="arabicPeriod"/>
            </a:pPr>
            <a:r>
              <a:rPr lang="lv-LV" altLang="en-US" sz="1700" dirty="0">
                <a:latin typeface="Courier New" panose="02070309020205020404" pitchFamily="49" charset="0"/>
              </a:rPr>
              <a:t>{</a:t>
            </a:r>
            <a:r>
              <a:rPr lang="lv-LV" altLang="en-US" sz="1700" dirty="0" err="1">
                <a:latin typeface="Courier New" panose="02070309020205020404" pitchFamily="49" charset="0"/>
              </a:rPr>
              <a:t>return</a:t>
            </a:r>
            <a:r>
              <a:rPr lang="lv-LV" altLang="en-US" sz="1700" dirty="0">
                <a:latin typeface="Courier New" panose="02070309020205020404" pitchFamily="49" charset="0"/>
              </a:rPr>
              <a:t> a-b;}</a:t>
            </a:r>
          </a:p>
        </p:txBody>
      </p:sp>
      <p:sp>
        <p:nvSpPr>
          <p:cNvPr id="7174" name="Text Box 6">
            <a:extLst>
              <a:ext uri="{FF2B5EF4-FFF2-40B4-BE49-F238E27FC236}">
                <a16:creationId xmlns:a16="http://schemas.microsoft.com/office/drawing/2014/main" id="{F3E3FB47-3AED-4404-9A9F-C4BE96F5130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6350" y="2890838"/>
            <a:ext cx="14287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lv-LV" altLang="en-US"/>
              <a:t>mymath.cpp</a:t>
            </a:r>
          </a:p>
        </p:txBody>
      </p:sp>
      <p:sp>
        <p:nvSpPr>
          <p:cNvPr id="7175" name="Text Box 7">
            <a:extLst>
              <a:ext uri="{FF2B5EF4-FFF2-40B4-BE49-F238E27FC236}">
                <a16:creationId xmlns:a16="http://schemas.microsoft.com/office/drawing/2014/main" id="{6341EEF9-6C0E-45C9-96C4-969C0CB5DE6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05338" y="1647825"/>
            <a:ext cx="4522392" cy="3754874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001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2573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1717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6289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0861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5433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0005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buClr>
                <a:srgbClr val="0000FF"/>
              </a:buClr>
              <a:buFontTx/>
              <a:buAutoNum type="arabicPeriod"/>
            </a:pPr>
            <a:r>
              <a:rPr lang="lv-LV" altLang="en-US" sz="1700" dirty="0">
                <a:latin typeface="Courier New" panose="02070309020205020404" pitchFamily="49" charset="0"/>
              </a:rPr>
              <a:t>#</a:t>
            </a:r>
            <a:r>
              <a:rPr lang="lv-LV" altLang="en-US" sz="1700" dirty="0" err="1">
                <a:latin typeface="Courier New" panose="02070309020205020404" pitchFamily="49" charset="0"/>
              </a:rPr>
              <a:t>include</a:t>
            </a:r>
            <a:r>
              <a:rPr lang="lv-LV" altLang="en-US" sz="1700" dirty="0">
                <a:latin typeface="Courier New" panose="02070309020205020404" pitchFamily="49" charset="0"/>
              </a:rPr>
              <a:t> &lt;</a:t>
            </a:r>
            <a:r>
              <a:rPr lang="lv-LV" altLang="en-US" sz="1700" dirty="0" err="1">
                <a:latin typeface="Courier New" panose="02070309020205020404" pitchFamily="49" charset="0"/>
              </a:rPr>
              <a:t>iostream</a:t>
            </a:r>
            <a:r>
              <a:rPr lang="lv-LV" altLang="en-US" sz="1700" dirty="0">
                <a:latin typeface="Courier New" panose="02070309020205020404" pitchFamily="49" charset="0"/>
              </a:rPr>
              <a:t>&gt;</a:t>
            </a:r>
          </a:p>
          <a:p>
            <a:pPr>
              <a:buClr>
                <a:srgbClr val="0000FF"/>
              </a:buClr>
              <a:buFontTx/>
              <a:buAutoNum type="arabicPeriod"/>
            </a:pPr>
            <a:r>
              <a:rPr lang="lv-LV" altLang="en-US" sz="1700" dirty="0">
                <a:latin typeface="Courier New" panose="02070309020205020404" pitchFamily="49" charset="0"/>
              </a:rPr>
              <a:t>#</a:t>
            </a:r>
            <a:r>
              <a:rPr lang="lv-LV" altLang="en-US" sz="1700" dirty="0" err="1">
                <a:latin typeface="Courier New" panose="02070309020205020404" pitchFamily="49" charset="0"/>
              </a:rPr>
              <a:t>include</a:t>
            </a:r>
            <a:r>
              <a:rPr lang="lv-LV" altLang="en-US" sz="1700" dirty="0">
                <a:latin typeface="Courier New" panose="02070309020205020404" pitchFamily="49" charset="0"/>
              </a:rPr>
              <a:t> "</a:t>
            </a:r>
            <a:r>
              <a:rPr lang="lv-LV" altLang="en-US" sz="1700" dirty="0" err="1">
                <a:latin typeface="Courier New" panose="02070309020205020404" pitchFamily="49" charset="0"/>
              </a:rPr>
              <a:t>mymath.h</a:t>
            </a:r>
            <a:r>
              <a:rPr lang="lv-LV" altLang="en-US" sz="1700" dirty="0">
                <a:latin typeface="Courier New" panose="02070309020205020404" pitchFamily="49" charset="0"/>
              </a:rPr>
              <a:t>"</a:t>
            </a:r>
          </a:p>
          <a:p>
            <a:pPr>
              <a:buClr>
                <a:srgbClr val="0000FF"/>
              </a:buClr>
              <a:buFontTx/>
              <a:buAutoNum type="arabicPeriod"/>
            </a:pPr>
            <a:r>
              <a:rPr lang="lv-LV" altLang="en-US" sz="1700" dirty="0" err="1">
                <a:latin typeface="Courier New" panose="02070309020205020404" pitchFamily="49" charset="0"/>
              </a:rPr>
              <a:t>using</a:t>
            </a:r>
            <a:r>
              <a:rPr lang="lv-LV" altLang="en-US" sz="1700" dirty="0">
                <a:latin typeface="Courier New" panose="02070309020205020404" pitchFamily="49" charset="0"/>
              </a:rPr>
              <a:t> </a:t>
            </a:r>
            <a:r>
              <a:rPr lang="lv-LV" altLang="en-US" sz="1700" dirty="0" err="1">
                <a:latin typeface="Courier New" panose="02070309020205020404" pitchFamily="49" charset="0"/>
              </a:rPr>
              <a:t>namespace</a:t>
            </a:r>
            <a:r>
              <a:rPr lang="lv-LV" altLang="en-US" sz="1700" dirty="0">
                <a:latin typeface="Courier New" panose="02070309020205020404" pitchFamily="49" charset="0"/>
              </a:rPr>
              <a:t> </a:t>
            </a:r>
            <a:r>
              <a:rPr lang="lv-LV" altLang="en-US" sz="1700" dirty="0" err="1">
                <a:latin typeface="Courier New" panose="02070309020205020404" pitchFamily="49" charset="0"/>
              </a:rPr>
              <a:t>std</a:t>
            </a:r>
            <a:r>
              <a:rPr lang="lv-LV" altLang="en-US" sz="1700" dirty="0">
                <a:latin typeface="Courier New" panose="02070309020205020404" pitchFamily="49" charset="0"/>
              </a:rPr>
              <a:t>;</a:t>
            </a:r>
          </a:p>
          <a:p>
            <a:pPr>
              <a:buClr>
                <a:srgbClr val="0000FF"/>
              </a:buClr>
              <a:buFontTx/>
              <a:buAutoNum type="arabicPeriod"/>
            </a:pPr>
            <a:endParaRPr lang="lv-LV" altLang="en-US" sz="1700" dirty="0">
              <a:latin typeface="Courier New" panose="02070309020205020404" pitchFamily="49" charset="0"/>
            </a:endParaRPr>
          </a:p>
          <a:p>
            <a:pPr>
              <a:buClr>
                <a:srgbClr val="0000FF"/>
              </a:buClr>
              <a:buFontTx/>
              <a:buAutoNum type="arabicPeriod"/>
            </a:pPr>
            <a:r>
              <a:rPr lang="lv-LV" altLang="en-US" sz="1700" dirty="0" err="1">
                <a:latin typeface="Courier New" panose="02070309020205020404" pitchFamily="49" charset="0"/>
              </a:rPr>
              <a:t>int</a:t>
            </a:r>
            <a:r>
              <a:rPr lang="lv-LV" altLang="en-US" sz="1700" dirty="0">
                <a:latin typeface="Courier New" panose="02070309020205020404" pitchFamily="49" charset="0"/>
              </a:rPr>
              <a:t> </a:t>
            </a:r>
            <a:r>
              <a:rPr lang="lv-LV" altLang="en-US" sz="1700" dirty="0" err="1">
                <a:latin typeface="Courier New" panose="02070309020205020404" pitchFamily="49" charset="0"/>
              </a:rPr>
              <a:t>main</a:t>
            </a:r>
            <a:r>
              <a:rPr lang="lv-LV" altLang="en-US" sz="1700" dirty="0">
                <a:latin typeface="Courier New" panose="02070309020205020404" pitchFamily="49" charset="0"/>
              </a:rPr>
              <a:t>()</a:t>
            </a:r>
          </a:p>
          <a:p>
            <a:pPr>
              <a:buClr>
                <a:srgbClr val="0000FF"/>
              </a:buClr>
              <a:buFontTx/>
              <a:buAutoNum type="arabicPeriod"/>
            </a:pPr>
            <a:r>
              <a:rPr lang="lv-LV" altLang="en-US" sz="1700" dirty="0">
                <a:latin typeface="Courier New" panose="02070309020205020404" pitchFamily="49" charset="0"/>
              </a:rPr>
              <a:t>{</a:t>
            </a:r>
          </a:p>
          <a:p>
            <a:pPr>
              <a:buClr>
                <a:srgbClr val="0000FF"/>
              </a:buClr>
              <a:buFontTx/>
              <a:buAutoNum type="arabicPeriod"/>
            </a:pPr>
            <a:r>
              <a:rPr lang="lv-LV" altLang="en-US" sz="1700" dirty="0">
                <a:latin typeface="Courier New" panose="02070309020205020404" pitchFamily="49" charset="0"/>
              </a:rPr>
              <a:t>    </a:t>
            </a:r>
            <a:r>
              <a:rPr lang="lv-LV" altLang="en-US" sz="1700" dirty="0" err="1">
                <a:latin typeface="Courier New" panose="02070309020205020404" pitchFamily="49" charset="0"/>
              </a:rPr>
              <a:t>int</a:t>
            </a:r>
            <a:r>
              <a:rPr lang="lv-LV" altLang="en-US" sz="1700" dirty="0">
                <a:latin typeface="Courier New" panose="02070309020205020404" pitchFamily="49" charset="0"/>
              </a:rPr>
              <a:t> x=20, y=2;</a:t>
            </a:r>
          </a:p>
          <a:p>
            <a:pPr>
              <a:buClr>
                <a:srgbClr val="0000FF"/>
              </a:buClr>
              <a:buFontTx/>
              <a:buAutoNum type="arabicPeriod"/>
            </a:pPr>
            <a:r>
              <a:rPr lang="lv-LV" altLang="en-US" sz="1700" dirty="0">
                <a:latin typeface="Courier New" panose="02070309020205020404" pitchFamily="49" charset="0"/>
              </a:rPr>
              <a:t>    </a:t>
            </a:r>
            <a:r>
              <a:rPr lang="lv-LV" altLang="en-US" sz="1700" dirty="0" err="1">
                <a:latin typeface="Courier New" panose="02070309020205020404" pitchFamily="49" charset="0"/>
              </a:rPr>
              <a:t>cout</a:t>
            </a:r>
            <a:r>
              <a:rPr lang="lv-LV" altLang="en-US" sz="1700" dirty="0">
                <a:latin typeface="Courier New" panose="02070309020205020404" pitchFamily="49" charset="0"/>
              </a:rPr>
              <a:t> &lt;&lt; </a:t>
            </a:r>
            <a:r>
              <a:rPr lang="lv-LV" altLang="en-US" sz="1700" dirty="0" err="1">
                <a:latin typeface="Courier New" panose="02070309020205020404" pitchFamily="49" charset="0"/>
              </a:rPr>
              <a:t>Mult</a:t>
            </a:r>
            <a:r>
              <a:rPr lang="lv-LV" altLang="en-US" sz="1700" dirty="0">
                <a:latin typeface="Courier New" panose="02070309020205020404" pitchFamily="49" charset="0"/>
              </a:rPr>
              <a:t>(</a:t>
            </a:r>
            <a:r>
              <a:rPr lang="lv-LV" altLang="en-US" sz="1700" dirty="0" err="1">
                <a:latin typeface="Courier New" panose="02070309020205020404" pitchFamily="49" charset="0"/>
              </a:rPr>
              <a:t>x,y</a:t>
            </a:r>
            <a:r>
              <a:rPr lang="lv-LV" altLang="en-US" sz="1700" dirty="0">
                <a:latin typeface="Courier New" panose="02070309020205020404" pitchFamily="49" charset="0"/>
              </a:rPr>
              <a:t>) &lt;&lt; </a:t>
            </a:r>
            <a:r>
              <a:rPr lang="lv-LV" altLang="en-US" sz="1700" dirty="0" err="1">
                <a:latin typeface="Courier New" panose="02070309020205020404" pitchFamily="49" charset="0"/>
              </a:rPr>
              <a:t>endl</a:t>
            </a:r>
            <a:r>
              <a:rPr lang="lv-LV" altLang="en-US" sz="1700" dirty="0">
                <a:latin typeface="Courier New" panose="02070309020205020404" pitchFamily="49" charset="0"/>
              </a:rPr>
              <a:t>;</a:t>
            </a:r>
          </a:p>
          <a:p>
            <a:pPr>
              <a:buClr>
                <a:srgbClr val="0000FF"/>
              </a:buClr>
              <a:buFontTx/>
              <a:buAutoNum type="arabicPeriod"/>
            </a:pPr>
            <a:r>
              <a:rPr lang="lv-LV" altLang="en-US" sz="1700" dirty="0">
                <a:latin typeface="Courier New" panose="02070309020205020404" pitchFamily="49" charset="0"/>
              </a:rPr>
              <a:t>    </a:t>
            </a:r>
            <a:r>
              <a:rPr lang="lv-LV" altLang="en-US" sz="1700" dirty="0" err="1">
                <a:latin typeface="Courier New" panose="02070309020205020404" pitchFamily="49" charset="0"/>
              </a:rPr>
              <a:t>cout</a:t>
            </a:r>
            <a:r>
              <a:rPr lang="lv-LV" altLang="en-US" sz="1700" dirty="0">
                <a:latin typeface="Courier New" panose="02070309020205020404" pitchFamily="49" charset="0"/>
              </a:rPr>
              <a:t> &lt;&lt; </a:t>
            </a:r>
            <a:r>
              <a:rPr lang="lv-LV" altLang="en-US" sz="1700" dirty="0" err="1">
                <a:latin typeface="Courier New" panose="02070309020205020404" pitchFamily="49" charset="0"/>
              </a:rPr>
              <a:t>Div</a:t>
            </a:r>
            <a:r>
              <a:rPr lang="lv-LV" altLang="en-US" sz="1700" dirty="0">
                <a:latin typeface="Courier New" panose="02070309020205020404" pitchFamily="49" charset="0"/>
              </a:rPr>
              <a:t>(</a:t>
            </a:r>
            <a:r>
              <a:rPr lang="lv-LV" altLang="en-US" sz="1700" dirty="0" err="1">
                <a:latin typeface="Courier New" panose="02070309020205020404" pitchFamily="49" charset="0"/>
              </a:rPr>
              <a:t>x,y</a:t>
            </a:r>
            <a:r>
              <a:rPr lang="lv-LV" altLang="en-US" sz="1700" dirty="0">
                <a:latin typeface="Courier New" panose="02070309020205020404" pitchFamily="49" charset="0"/>
              </a:rPr>
              <a:t>) &lt;&lt; </a:t>
            </a:r>
            <a:r>
              <a:rPr lang="lv-LV" altLang="en-US" sz="1700" dirty="0" err="1">
                <a:latin typeface="Courier New" panose="02070309020205020404" pitchFamily="49" charset="0"/>
              </a:rPr>
              <a:t>endl</a:t>
            </a:r>
            <a:r>
              <a:rPr lang="lv-LV" altLang="en-US" sz="1700" dirty="0">
                <a:latin typeface="Courier New" panose="02070309020205020404" pitchFamily="49" charset="0"/>
              </a:rPr>
              <a:t>;</a:t>
            </a:r>
          </a:p>
          <a:p>
            <a:pPr>
              <a:buClr>
                <a:srgbClr val="0000FF"/>
              </a:buClr>
              <a:buFontTx/>
              <a:buAutoNum type="arabicPeriod"/>
            </a:pPr>
            <a:r>
              <a:rPr lang="lv-LV" altLang="en-US" sz="1700" dirty="0">
                <a:latin typeface="Courier New" panose="02070309020205020404" pitchFamily="49" charset="0"/>
              </a:rPr>
              <a:t>    </a:t>
            </a:r>
            <a:r>
              <a:rPr lang="lv-LV" altLang="en-US" sz="1700" dirty="0" err="1">
                <a:latin typeface="Courier New" panose="02070309020205020404" pitchFamily="49" charset="0"/>
              </a:rPr>
              <a:t>cout</a:t>
            </a:r>
            <a:r>
              <a:rPr lang="lv-LV" altLang="en-US" sz="1700" dirty="0">
                <a:latin typeface="Courier New" panose="02070309020205020404" pitchFamily="49" charset="0"/>
              </a:rPr>
              <a:t> &lt;&lt; Sum(</a:t>
            </a:r>
            <a:r>
              <a:rPr lang="lv-LV" altLang="en-US" sz="1700" dirty="0" err="1">
                <a:latin typeface="Courier New" panose="02070309020205020404" pitchFamily="49" charset="0"/>
              </a:rPr>
              <a:t>x,y</a:t>
            </a:r>
            <a:r>
              <a:rPr lang="lv-LV" altLang="en-US" sz="1700" dirty="0">
                <a:latin typeface="Courier New" panose="02070309020205020404" pitchFamily="49" charset="0"/>
              </a:rPr>
              <a:t>) &lt;&lt; </a:t>
            </a:r>
            <a:r>
              <a:rPr lang="lv-LV" altLang="en-US" sz="1700" dirty="0" err="1">
                <a:latin typeface="Courier New" panose="02070309020205020404" pitchFamily="49" charset="0"/>
              </a:rPr>
              <a:t>endl</a:t>
            </a:r>
            <a:r>
              <a:rPr lang="lv-LV" altLang="en-US" sz="1700" dirty="0">
                <a:latin typeface="Courier New" panose="02070309020205020404" pitchFamily="49" charset="0"/>
              </a:rPr>
              <a:t>;</a:t>
            </a:r>
          </a:p>
          <a:p>
            <a:pPr>
              <a:buClr>
                <a:srgbClr val="0000FF"/>
              </a:buClr>
              <a:buFontTx/>
              <a:buAutoNum type="arabicPeriod"/>
            </a:pPr>
            <a:r>
              <a:rPr lang="lv-LV" altLang="en-US" sz="1700" dirty="0">
                <a:latin typeface="Courier New" panose="02070309020205020404" pitchFamily="49" charset="0"/>
              </a:rPr>
              <a:t>    </a:t>
            </a:r>
            <a:r>
              <a:rPr lang="lv-LV" altLang="en-US" sz="1700" dirty="0" err="1">
                <a:latin typeface="Courier New" panose="02070309020205020404" pitchFamily="49" charset="0"/>
              </a:rPr>
              <a:t>cout</a:t>
            </a:r>
            <a:r>
              <a:rPr lang="lv-LV" altLang="en-US" sz="1700" dirty="0">
                <a:latin typeface="Courier New" panose="02070309020205020404" pitchFamily="49" charset="0"/>
              </a:rPr>
              <a:t> &lt;&lt; </a:t>
            </a:r>
            <a:r>
              <a:rPr lang="lv-LV" altLang="en-US" sz="1700" dirty="0" err="1">
                <a:latin typeface="Courier New" panose="02070309020205020404" pitchFamily="49" charset="0"/>
              </a:rPr>
              <a:t>Diff</a:t>
            </a:r>
            <a:r>
              <a:rPr lang="lv-LV" altLang="en-US" sz="1700" dirty="0">
                <a:latin typeface="Courier New" panose="02070309020205020404" pitchFamily="49" charset="0"/>
              </a:rPr>
              <a:t>(</a:t>
            </a:r>
            <a:r>
              <a:rPr lang="lv-LV" altLang="en-US" sz="1700" dirty="0" err="1">
                <a:latin typeface="Courier New" panose="02070309020205020404" pitchFamily="49" charset="0"/>
              </a:rPr>
              <a:t>x,y</a:t>
            </a:r>
            <a:r>
              <a:rPr lang="lv-LV" altLang="en-US" sz="1700" dirty="0">
                <a:latin typeface="Courier New" panose="02070309020205020404" pitchFamily="49" charset="0"/>
              </a:rPr>
              <a:t>) &lt;&lt; </a:t>
            </a:r>
            <a:r>
              <a:rPr lang="lv-LV" altLang="en-US" sz="1700" dirty="0" err="1">
                <a:latin typeface="Courier New" panose="02070309020205020404" pitchFamily="49" charset="0"/>
              </a:rPr>
              <a:t>endl</a:t>
            </a:r>
            <a:r>
              <a:rPr lang="lv-LV" altLang="en-US" sz="1700" dirty="0">
                <a:latin typeface="Courier New" panose="02070309020205020404" pitchFamily="49" charset="0"/>
              </a:rPr>
              <a:t>;</a:t>
            </a:r>
          </a:p>
          <a:p>
            <a:pPr>
              <a:buClr>
                <a:srgbClr val="0000FF"/>
              </a:buClr>
              <a:buFontTx/>
              <a:buAutoNum type="arabicPeriod"/>
            </a:pPr>
            <a:r>
              <a:rPr lang="lv-LV" altLang="en-US" sz="1700" dirty="0">
                <a:latin typeface="Courier New" panose="02070309020205020404" pitchFamily="49" charset="0"/>
              </a:rPr>
              <a:t>    </a:t>
            </a:r>
            <a:r>
              <a:rPr lang="lv-LV" altLang="en-US" sz="1700" dirty="0" err="1">
                <a:latin typeface="Courier New" panose="02070309020205020404" pitchFamily="49" charset="0"/>
              </a:rPr>
              <a:t>system</a:t>
            </a:r>
            <a:r>
              <a:rPr lang="lv-LV" altLang="en-US" sz="1700" dirty="0">
                <a:latin typeface="Courier New" panose="02070309020205020404" pitchFamily="49" charset="0"/>
              </a:rPr>
              <a:t>("</a:t>
            </a:r>
            <a:r>
              <a:rPr lang="lv-LV" altLang="en-US" sz="1700" dirty="0" err="1">
                <a:latin typeface="Courier New" panose="02070309020205020404" pitchFamily="49" charset="0"/>
              </a:rPr>
              <a:t>pause</a:t>
            </a:r>
            <a:r>
              <a:rPr lang="lv-LV" altLang="en-US" sz="1700" dirty="0">
                <a:latin typeface="Courier New" panose="02070309020205020404" pitchFamily="49" charset="0"/>
              </a:rPr>
              <a:t>");</a:t>
            </a:r>
          </a:p>
          <a:p>
            <a:pPr>
              <a:buClr>
                <a:srgbClr val="0000FF"/>
              </a:buClr>
              <a:buFontTx/>
              <a:buAutoNum type="arabicPeriod"/>
            </a:pPr>
            <a:r>
              <a:rPr lang="lv-LV" altLang="en-US" sz="1700" dirty="0">
                <a:latin typeface="Courier New" panose="02070309020205020404" pitchFamily="49" charset="0"/>
              </a:rPr>
              <a:t>    </a:t>
            </a:r>
            <a:r>
              <a:rPr lang="lv-LV" altLang="en-US" sz="1700" dirty="0" err="1">
                <a:latin typeface="Courier New" panose="02070309020205020404" pitchFamily="49" charset="0"/>
              </a:rPr>
              <a:t>return</a:t>
            </a:r>
            <a:r>
              <a:rPr lang="lv-LV" altLang="en-US" sz="1700" dirty="0">
                <a:latin typeface="Courier New" panose="02070309020205020404" pitchFamily="49" charset="0"/>
              </a:rPr>
              <a:t> 0;</a:t>
            </a:r>
          </a:p>
          <a:p>
            <a:pPr>
              <a:buClr>
                <a:srgbClr val="0000FF"/>
              </a:buClr>
              <a:buFontTx/>
              <a:buAutoNum type="arabicPeriod"/>
            </a:pPr>
            <a:r>
              <a:rPr lang="lv-LV" altLang="en-US" sz="1700" dirty="0">
                <a:latin typeface="Courier New" panose="02070309020205020404" pitchFamily="49" charset="0"/>
              </a:rPr>
              <a:t>}</a:t>
            </a:r>
          </a:p>
        </p:txBody>
      </p:sp>
      <p:sp>
        <p:nvSpPr>
          <p:cNvPr id="7176" name="Text Box 8">
            <a:extLst>
              <a:ext uri="{FF2B5EF4-FFF2-40B4-BE49-F238E27FC236}">
                <a16:creationId xmlns:a16="http://schemas.microsoft.com/office/drawing/2014/main" id="{93416C37-A6C0-47A7-9D4E-480A0D70E81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03738" y="1306513"/>
            <a:ext cx="14160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lv-LV" altLang="en-US"/>
              <a:t>moduli2.cpp</a:t>
            </a:r>
          </a:p>
        </p:txBody>
      </p:sp>
      <p:sp>
        <p:nvSpPr>
          <p:cNvPr id="7177" name="Text Box 9">
            <a:extLst>
              <a:ext uri="{FF2B5EF4-FFF2-40B4-BE49-F238E27FC236}">
                <a16:creationId xmlns:a16="http://schemas.microsoft.com/office/drawing/2014/main" id="{EC7A7D8F-0AB4-4248-B19F-C026F3CC247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33900" y="5815013"/>
            <a:ext cx="4392613" cy="1015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lv-LV" altLang="en-US" sz="2000" b="1" dirty="0" err="1">
                <a:latin typeface="Times New Roman" panose="02020603050405020304" pitchFamily="18" charset="0"/>
              </a:rPr>
              <a:t>mymath.h</a:t>
            </a:r>
            <a:r>
              <a:rPr lang="lv-LV" altLang="en-US" sz="2000" dirty="0">
                <a:latin typeface="Times New Roman" panose="02020603050405020304" pitchFamily="18" charset="0"/>
              </a:rPr>
              <a:t> </a:t>
            </a:r>
            <a:r>
              <a:rPr lang="en-US" altLang="en-US" sz="2000" dirty="0">
                <a:latin typeface="Times New Roman" panose="02020603050405020304" pitchFamily="18" charset="0"/>
              </a:rPr>
              <a:t>and </a:t>
            </a:r>
            <a:r>
              <a:rPr lang="lv-LV" altLang="en-US" sz="2000" b="1" dirty="0">
                <a:latin typeface="Times New Roman" panose="02020603050405020304" pitchFamily="18" charset="0"/>
              </a:rPr>
              <a:t>mymath.cpp </a:t>
            </a:r>
            <a:r>
              <a:rPr lang="en-US" altLang="en-US" sz="2000" dirty="0">
                <a:latin typeface="Times New Roman" panose="02020603050405020304" pitchFamily="18" charset="0"/>
              </a:rPr>
              <a:t>creates a module, file names have to match! </a:t>
            </a:r>
            <a:r>
              <a:rPr lang="lv-LV" altLang="en-US" sz="2000" b="1" dirty="0">
                <a:latin typeface="Times New Roman" panose="02020603050405020304" pitchFamily="18" charset="0"/>
              </a:rPr>
              <a:t>moduli2.cpp</a:t>
            </a:r>
            <a:r>
              <a:rPr lang="lv-LV" altLang="en-US" sz="2000" dirty="0">
                <a:latin typeface="Times New Roman" panose="02020603050405020304" pitchFamily="18" charset="0"/>
              </a:rPr>
              <a:t> </a:t>
            </a:r>
            <a:r>
              <a:rPr lang="en-US" altLang="en-US" sz="2000" dirty="0">
                <a:latin typeface="Times New Roman" panose="02020603050405020304" pitchFamily="18" charset="0"/>
              </a:rPr>
              <a:t>m</a:t>
            </a:r>
            <a:r>
              <a:rPr lang="lv-LV" altLang="en-US" sz="2000" dirty="0" err="1">
                <a:latin typeface="Times New Roman" panose="02020603050405020304" pitchFamily="18" charset="0"/>
              </a:rPr>
              <a:t>ain</a:t>
            </a:r>
            <a:r>
              <a:rPr lang="lv-LV" altLang="en-US" sz="2000" dirty="0">
                <a:latin typeface="Times New Roman" panose="02020603050405020304" pitchFamily="18" charset="0"/>
              </a:rPr>
              <a:t> </a:t>
            </a:r>
            <a:r>
              <a:rPr lang="lv-LV" altLang="en-US" sz="2000" dirty="0" err="1">
                <a:latin typeface="Times New Roman" panose="02020603050405020304" pitchFamily="18" charset="0"/>
              </a:rPr>
              <a:t>program</a:t>
            </a:r>
            <a:r>
              <a:rPr lang="lv-LV" altLang="en-US" sz="2000" dirty="0">
                <a:latin typeface="Times New Roman" panose="02020603050405020304" pitchFamily="18" charset="0"/>
              </a:rPr>
              <a:t>.</a:t>
            </a:r>
          </a:p>
        </p:txBody>
      </p:sp>
      <p:pic>
        <p:nvPicPr>
          <p:cNvPr id="7178" name="Picture 10">
            <a:extLst>
              <a:ext uri="{FF2B5EF4-FFF2-40B4-BE49-F238E27FC236}">
                <a16:creationId xmlns:a16="http://schemas.microsoft.com/office/drawing/2014/main" id="{E2AA8286-8B78-4203-A8E1-AF2294EB435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34063" y="5068888"/>
            <a:ext cx="3219450" cy="828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A0D7EFA6-DDE4-43AA-AAB3-8DEBA0A4427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Program analysis</a:t>
            </a:r>
            <a:endParaRPr lang="lv-LV" altLang="en-US" dirty="0"/>
          </a:p>
        </p:txBody>
      </p:sp>
      <p:sp>
        <p:nvSpPr>
          <p:cNvPr id="8195" name="Rectangle 3">
            <a:extLst>
              <a:ext uri="{FF2B5EF4-FFF2-40B4-BE49-F238E27FC236}">
                <a16:creationId xmlns:a16="http://schemas.microsoft.com/office/drawing/2014/main" id="{938E9C35-9379-40A1-8EA1-DAAC9AE5C9B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181600" y="1577975"/>
            <a:ext cx="3924300" cy="4525963"/>
          </a:xfrm>
        </p:spPr>
        <p:txBody>
          <a:bodyPr/>
          <a:lstStyle/>
          <a:p>
            <a:pPr marL="0" indent="0">
              <a:buNone/>
            </a:pPr>
            <a:r>
              <a:rPr lang="en-US" altLang="en-US" dirty="0"/>
              <a:t>To get the working program, you must create a project and attach all the files to it.
</a:t>
            </a:r>
            <a:endParaRPr lang="lv-LV" altLang="en-US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DA00798-3F3D-49E9-BAC4-A57B8DC8C2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512" y="1268761"/>
            <a:ext cx="4968552" cy="451611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>
            <a:extLst>
              <a:ext uri="{FF2B5EF4-FFF2-40B4-BE49-F238E27FC236}">
                <a16:creationId xmlns:a16="http://schemas.microsoft.com/office/drawing/2014/main" id="{2E368CB6-C9E2-4AFD-B7B7-7CE3BE35E1B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Program analysis</a:t>
            </a:r>
            <a:endParaRPr lang="lv-LV" altLang="en-US" dirty="0"/>
          </a:p>
        </p:txBody>
      </p:sp>
      <p:sp>
        <p:nvSpPr>
          <p:cNvPr id="9219" name="Rectangle 3">
            <a:extLst>
              <a:ext uri="{FF2B5EF4-FFF2-40B4-BE49-F238E27FC236}">
                <a16:creationId xmlns:a16="http://schemas.microsoft.com/office/drawing/2014/main" id="{EDCB02B2-0205-4055-86C0-91E19ACDF49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lv-LV" altLang="en-US" dirty="0" err="1"/>
              <a:t>mymath.h</a:t>
            </a:r>
            <a:r>
              <a:rPr lang="lv-LV" altLang="en-US" dirty="0"/>
              <a:t> – </a:t>
            </a:r>
            <a:r>
              <a:rPr lang="en-US" altLang="en-US" dirty="0"/>
              <a:t>function</a:t>
            </a:r>
            <a:r>
              <a:rPr lang="lv-LV" altLang="en-US" dirty="0"/>
              <a:t> </a:t>
            </a:r>
            <a:r>
              <a:rPr lang="lv-LV" altLang="en-US" dirty="0" err="1"/>
              <a:t>prototypes</a:t>
            </a:r>
            <a:r>
              <a:rPr lang="lv-LV" altLang="en-US" dirty="0"/>
              <a:t> </a:t>
            </a:r>
            <a:r>
              <a:rPr lang="lv-LV" altLang="en-US" dirty="0" err="1"/>
              <a:t>file</a:t>
            </a:r>
            <a:endParaRPr lang="lv-LV" altLang="en-US" dirty="0"/>
          </a:p>
          <a:p>
            <a:r>
              <a:rPr lang="lv-LV" altLang="en-US" dirty="0"/>
              <a:t>mymath.cpp – </a:t>
            </a:r>
            <a:r>
              <a:rPr lang="lv-LV" altLang="en-US" dirty="0" err="1"/>
              <a:t>function</a:t>
            </a:r>
            <a:r>
              <a:rPr lang="lv-LV" altLang="en-US" dirty="0"/>
              <a:t> </a:t>
            </a:r>
            <a:r>
              <a:rPr lang="en-US" altLang="en-US" dirty="0"/>
              <a:t>implementation</a:t>
            </a:r>
            <a:r>
              <a:rPr lang="lv-LV" altLang="en-US" dirty="0"/>
              <a:t> </a:t>
            </a:r>
            <a:r>
              <a:rPr lang="en-US" altLang="en-US" dirty="0"/>
              <a:t>f</a:t>
            </a:r>
            <a:r>
              <a:rPr lang="lv-LV" altLang="en-US" dirty="0" err="1"/>
              <a:t>ile</a:t>
            </a:r>
            <a:endParaRPr lang="lv-LV" altLang="en-US" dirty="0"/>
          </a:p>
          <a:p>
            <a:r>
              <a:rPr lang="lv-LV" altLang="en-US" dirty="0"/>
              <a:t>moduli2.cpp – </a:t>
            </a:r>
            <a:r>
              <a:rPr lang="en-US" altLang="en-US" dirty="0"/>
              <a:t>main program</a:t>
            </a:r>
            <a:endParaRPr lang="lv-LV" altLang="en-US" dirty="0"/>
          </a:p>
        </p:txBody>
      </p:sp>
      <p:sp>
        <p:nvSpPr>
          <p:cNvPr id="9220" name="Text Box 4">
            <a:extLst>
              <a:ext uri="{FF2B5EF4-FFF2-40B4-BE49-F238E27FC236}">
                <a16:creationId xmlns:a16="http://schemas.microsoft.com/office/drawing/2014/main" id="{91146991-32C1-48F1-975D-9579BE577BC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1188" y="3429000"/>
            <a:ext cx="3140075" cy="191293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001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2573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1717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6289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0861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5433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0005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buClr>
                <a:srgbClr val="0000FF"/>
              </a:buClr>
              <a:buFontTx/>
              <a:buAutoNum type="arabicPeriod"/>
            </a:pPr>
            <a:r>
              <a:rPr lang="lv-LV" altLang="en-US" sz="1700">
                <a:latin typeface="Courier New" panose="02070309020205020404" pitchFamily="49" charset="0"/>
              </a:rPr>
              <a:t>#include &lt;iostream&gt;</a:t>
            </a:r>
          </a:p>
          <a:p>
            <a:pPr>
              <a:buClr>
                <a:srgbClr val="0000FF"/>
              </a:buClr>
              <a:buFontTx/>
              <a:buAutoNum type="arabicPeriod"/>
            </a:pPr>
            <a:r>
              <a:rPr lang="lv-LV" altLang="en-US" sz="1700">
                <a:latin typeface="Courier New" panose="02070309020205020404" pitchFamily="49" charset="0"/>
              </a:rPr>
              <a:t>#include "mymath.h"</a:t>
            </a:r>
          </a:p>
          <a:p>
            <a:pPr>
              <a:buClr>
                <a:srgbClr val="0000FF"/>
              </a:buClr>
              <a:buFontTx/>
              <a:buAutoNum type="arabicPeriod"/>
            </a:pPr>
            <a:r>
              <a:rPr lang="lv-LV" altLang="en-US" sz="1700">
                <a:latin typeface="Courier New" panose="02070309020205020404" pitchFamily="49" charset="0"/>
              </a:rPr>
              <a:t>using namespace std;</a:t>
            </a:r>
          </a:p>
          <a:p>
            <a:pPr>
              <a:buClr>
                <a:srgbClr val="0000FF"/>
              </a:buClr>
              <a:buFontTx/>
              <a:buAutoNum type="arabicPeriod"/>
            </a:pPr>
            <a:r>
              <a:rPr lang="lv-LV" altLang="en-US" sz="1700">
                <a:latin typeface="Courier New" panose="02070309020205020404" pitchFamily="49" charset="0"/>
              </a:rPr>
              <a:t> </a:t>
            </a:r>
          </a:p>
          <a:p>
            <a:pPr>
              <a:buClr>
                <a:srgbClr val="0000FF"/>
              </a:buClr>
              <a:buFontTx/>
              <a:buAutoNum type="arabicPeriod"/>
            </a:pPr>
            <a:r>
              <a:rPr lang="lv-LV" altLang="en-US" sz="1700">
                <a:latin typeface="Courier New" panose="02070309020205020404" pitchFamily="49" charset="0"/>
              </a:rPr>
              <a:t>int main()</a:t>
            </a:r>
          </a:p>
          <a:p>
            <a:pPr>
              <a:buClr>
                <a:srgbClr val="0000FF"/>
              </a:buClr>
              <a:buFontTx/>
              <a:buAutoNum type="arabicPeriod"/>
            </a:pPr>
            <a:r>
              <a:rPr lang="lv-LV" altLang="en-US" sz="1700">
                <a:latin typeface="Courier New" panose="02070309020205020404" pitchFamily="49" charset="0"/>
              </a:rPr>
              <a:t>{</a:t>
            </a:r>
          </a:p>
          <a:p>
            <a:pPr>
              <a:buClr>
                <a:srgbClr val="0000FF"/>
              </a:buClr>
              <a:buFontTx/>
              <a:buAutoNum type="arabicPeriod"/>
            </a:pPr>
            <a:r>
              <a:rPr lang="lv-LV" altLang="en-US" sz="1700">
                <a:latin typeface="Courier New" panose="02070309020205020404" pitchFamily="49" charset="0"/>
              </a:rPr>
              <a:t>…</a:t>
            </a:r>
          </a:p>
        </p:txBody>
      </p:sp>
      <p:sp>
        <p:nvSpPr>
          <p:cNvPr id="9221" name="Text Box 5">
            <a:extLst>
              <a:ext uri="{FF2B5EF4-FFF2-40B4-BE49-F238E27FC236}">
                <a16:creationId xmlns:a16="http://schemas.microsoft.com/office/drawing/2014/main" id="{FBC86763-280E-4CAD-9505-1D51434CD79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1188" y="5445125"/>
            <a:ext cx="8208962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001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2573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1717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6289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0861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5433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0005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buClr>
                <a:srgbClr val="0000FF"/>
              </a:buClr>
              <a:buFontTx/>
              <a:buAutoNum type="arabicPeriod" startAt="2"/>
            </a:pPr>
            <a:r>
              <a:rPr lang="lv-LV" altLang="en-US" sz="2400" dirty="0">
                <a:latin typeface="Times New Roman" panose="02020603050405020304" pitchFamily="18" charset="0"/>
              </a:rPr>
              <a:t>#</a:t>
            </a:r>
            <a:r>
              <a:rPr lang="lv-LV" altLang="en-US" sz="2400" dirty="0" err="1">
                <a:latin typeface="Times New Roman" panose="02020603050405020304" pitchFamily="18" charset="0"/>
              </a:rPr>
              <a:t>include</a:t>
            </a:r>
            <a:r>
              <a:rPr lang="lv-LV" altLang="en-US" sz="2400" dirty="0">
                <a:latin typeface="Times New Roman" panose="02020603050405020304" pitchFamily="18" charset="0"/>
              </a:rPr>
              <a:t> "</a:t>
            </a:r>
            <a:r>
              <a:rPr lang="lv-LV" altLang="en-US" sz="2400" dirty="0" err="1">
                <a:latin typeface="Times New Roman" panose="02020603050405020304" pitchFamily="18" charset="0"/>
              </a:rPr>
              <a:t>mymath.h</a:t>
            </a:r>
            <a:r>
              <a:rPr lang="lv-LV" altLang="en-US" sz="2400" dirty="0">
                <a:latin typeface="Times New Roman" panose="02020603050405020304" pitchFamily="18" charset="0"/>
              </a:rPr>
              <a:t>" – </a:t>
            </a:r>
            <a:r>
              <a:rPr lang="en-US" altLang="en-US" sz="2400" dirty="0">
                <a:latin typeface="Times New Roman" panose="02020603050405020304" pitchFamily="18" charset="0"/>
              </a:rPr>
              <a:t>must use quotation marks if the module file is in a different location than the standard modules</a:t>
            </a:r>
            <a:r>
              <a:rPr lang="lv-LV" altLang="en-US" sz="2400" dirty="0">
                <a:latin typeface="Times New Roman" panose="02020603050405020304" pitchFamily="18" charset="0"/>
              </a:rPr>
              <a:t>. </a:t>
            </a:r>
            <a:r>
              <a:rPr lang="en-US" altLang="en-US" sz="2400" dirty="0">
                <a:latin typeface="Times New Roman" panose="02020603050405020304" pitchFamily="18" charset="0"/>
              </a:rPr>
              <a:t>In our case it is the current folder</a:t>
            </a:r>
            <a:r>
              <a:rPr lang="lv-LV" altLang="en-US" sz="2400" dirty="0">
                <a:latin typeface="Times New Roman" panose="02020603050405020304" pitchFamily="18" charset="0"/>
              </a:rPr>
              <a:t>.</a:t>
            </a:r>
            <a:endParaRPr lang="lv-LV" alt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CA7E1F4A-6FB6-4877-9AD8-92DB6DA37D4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Practice</a:t>
            </a:r>
            <a:endParaRPr lang="lv-LV" altLang="en-US" dirty="0"/>
          </a:p>
        </p:txBody>
      </p:sp>
      <p:sp>
        <p:nvSpPr>
          <p:cNvPr id="10243" name="Rectangle 3">
            <a:extLst>
              <a:ext uri="{FF2B5EF4-FFF2-40B4-BE49-F238E27FC236}">
                <a16:creationId xmlns:a16="http://schemas.microsoft.com/office/drawing/2014/main" id="{58A20436-03CC-4037-AC18-3F44670DBB4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229600" cy="4781550"/>
          </a:xfrm>
        </p:spPr>
        <p:txBody>
          <a:bodyPr/>
          <a:lstStyle/>
          <a:p>
            <a:r>
              <a:rPr lang="en-US" altLang="en-US" dirty="0"/>
              <a:t>Create module </a:t>
            </a:r>
            <a:r>
              <a:rPr lang="en-US" altLang="en-US" b="1" dirty="0"/>
              <a:t>converters</a:t>
            </a:r>
            <a:r>
              <a:rPr lang="en-US" altLang="en-US" dirty="0"/>
              <a:t> describing the following functions</a:t>
            </a:r>
            <a:r>
              <a:rPr lang="lv-LV" altLang="en-US" dirty="0"/>
              <a:t> </a:t>
            </a:r>
          </a:p>
          <a:p>
            <a:pPr lvl="1"/>
            <a:r>
              <a:rPr lang="lv-LV" altLang="en-US" dirty="0" err="1"/>
              <a:t>MeeterToFeet</a:t>
            </a:r>
            <a:endParaRPr lang="lv-LV" altLang="en-US" dirty="0"/>
          </a:p>
          <a:p>
            <a:pPr lvl="1"/>
            <a:r>
              <a:rPr lang="lv-LV" altLang="en-US" dirty="0" err="1"/>
              <a:t>FeetToMeeter</a:t>
            </a:r>
            <a:endParaRPr lang="lv-LV" altLang="en-US" dirty="0"/>
          </a:p>
          <a:p>
            <a:pPr lvl="1"/>
            <a:r>
              <a:rPr lang="lv-LV" altLang="en-US" dirty="0" err="1"/>
              <a:t>KmhToMS</a:t>
            </a:r>
            <a:endParaRPr lang="lv-LV" altLang="en-US" dirty="0"/>
          </a:p>
          <a:p>
            <a:pPr lvl="1"/>
            <a:r>
              <a:rPr lang="lv-LV" altLang="en-US" dirty="0" err="1"/>
              <a:t>MSToKmh</a:t>
            </a:r>
            <a:endParaRPr lang="lv-LV" altLang="en-US" dirty="0"/>
          </a:p>
          <a:p>
            <a:pPr lvl="1"/>
            <a:r>
              <a:rPr lang="lv-LV" altLang="en-US" dirty="0" err="1"/>
              <a:t>CelsiusToFarenheit</a:t>
            </a:r>
            <a:endParaRPr lang="lv-LV" altLang="en-US" dirty="0"/>
          </a:p>
          <a:p>
            <a:pPr lvl="1"/>
            <a:r>
              <a:rPr lang="lv-LV" altLang="en-US" dirty="0" err="1"/>
              <a:t>FarenheitToCelsius</a:t>
            </a:r>
            <a:endParaRPr lang="lv-LV" altLang="en-US" dirty="0"/>
          </a:p>
          <a:p>
            <a:r>
              <a:rPr lang="en-US" altLang="en-US" dirty="0"/>
              <a:t>Test functions in the main program</a:t>
            </a:r>
            <a:r>
              <a:rPr lang="lv-LV" altLang="en-US" dirty="0"/>
              <a:t>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112</TotalTime>
  <Words>591</Words>
  <Application>Microsoft Office PowerPoint</Application>
  <PresentationFormat>On-screen Show (4:3)</PresentationFormat>
  <Paragraphs>96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Times New Roman</vt:lpstr>
      <vt:lpstr>Courier New</vt:lpstr>
      <vt:lpstr>Default Design</vt:lpstr>
      <vt:lpstr>Modules</vt:lpstr>
      <vt:lpstr>Modules</vt:lpstr>
      <vt:lpstr>Modules</vt:lpstr>
      <vt:lpstr>Module exaple</vt:lpstr>
      <vt:lpstr>Program example</vt:lpstr>
      <vt:lpstr>Program example</vt:lpstr>
      <vt:lpstr>Program analysis</vt:lpstr>
      <vt:lpstr>Program analysis</vt:lpstr>
      <vt:lpstr>Practice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Moduli</dc:title>
  <dc:creator>Home</dc:creator>
  <cp:lastModifiedBy>Andrej Liepiņš</cp:lastModifiedBy>
  <cp:revision>8</cp:revision>
  <dcterms:created xsi:type="dcterms:W3CDTF">2011-07-21T08:43:51Z</dcterms:created>
  <dcterms:modified xsi:type="dcterms:W3CDTF">2019-03-04T18:17:28Z</dcterms:modified>
</cp:coreProperties>
</file>