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lv-LV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61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DAFFB5-DA71-FF30-CCCE-A37B871260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5D35EB-32AD-519D-EA98-969644A762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7B8F58-F18D-8CFE-3C34-2A13F0BC0A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11F25D-9730-4EB3-B5A7-ECD6672A454A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73046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D23CFE-2E26-B18F-6896-F520D84DDE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A8FA0B-4F4B-B22E-F559-E65C3EB03D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0DC4A9-1823-B37A-092B-AA8BC2DC69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92680-8CFA-4248-A3CF-720A0F930F11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2579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8F0D81-FEB8-3C8C-1912-A377873737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B88085-697B-CD9B-A430-D221F76E31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3D790C-AF29-E374-6362-FE0267B902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60ABB7-EA3D-44F7-AE36-9B2A05875956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64995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DB2E7-15FF-D6E4-1927-042B97C95D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71FB30-E07E-9948-66B4-91463723C4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1DC44-742A-F8EA-AA58-DF4003F274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A0661-05D1-41A5-A46C-8665F664CDE1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17583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C59E87-29C7-9BD3-D441-9A092321EF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D1E064-5809-A598-84FB-B4BC616532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FC38A7A-5392-649F-B261-8FF28B9888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82E0F-B03C-4362-B288-1A5F081E8354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15762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EA2496E-977B-10DE-C67B-BC3A1C43B1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A33AC7A-4219-A11C-5DCC-EA9CDC491F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CC31DCC-F3F2-FFE5-8001-45FD27AB56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657DC-8E1F-4105-A679-E4A26B00C9BF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3766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F9F093C-2C82-88B7-2CDD-27B35F85D3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0EB186C-22E6-99B2-743C-2C2D05D04A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BD8317B-0B1F-D1DF-AE8D-3335893B70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2130F-181C-4699-838F-06A5BC02C670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807115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C3803A-FC7C-A98E-9577-9E0A89A970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F243E2-1DA6-6D25-D196-E20327377F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25963D-9111-2675-1095-7ED46566EE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14423-1D88-491F-AB55-7EFC7E146544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64091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30AA3-D5B9-6AED-9397-052AB275F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F76CDD-893A-B5B7-620E-8543B27EFC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50BECF-0159-EA36-F7A8-15A3F00E1C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2AC9D-4DC5-4F85-BF96-BB6AC8123E25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02622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C54BC6-9268-F9B3-5B79-491CE1D9F3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D629AB-46B6-7ADE-F932-36371BA9A7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80B56E-824F-0D51-C8F8-DD01F36880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DF633B-550C-4E5D-8963-DFAFB55DDE04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78813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961D21-0D73-F6A4-C8A0-6924AFC960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264533-0154-2CDA-6706-D089C20551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B8284C-0699-C6B6-E913-591B0B921F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6B61F-B21D-45FB-A38E-753A4F780980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89202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EC7304-3E75-F423-4281-6AFA98C7D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27016E-40C4-D53E-5C20-036D21FC15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42A614-8F35-C8BC-11A8-96D118AE88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1F95415-A7C6-B80C-290A-AFA49145C5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lv-LV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817B41-BDB3-A5D3-0117-B73BB56453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0C7E487-E8DE-462C-966A-E1359DEE5D53}" type="slidenum">
              <a:rPr lang="lv-LV" altLang="en-US"/>
              <a:pPr>
                <a:defRPr/>
              </a:pPr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19D400-C8B2-D9D9-B0AF-BE981B7245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lv-LV" altLang="en-US" sz="4400" dirty="0"/>
              <a:t>2</a:t>
            </a:r>
            <a:r>
              <a:rPr lang="en-US" altLang="en-US" sz="4400" dirty="0" err="1"/>
              <a:t>nd</a:t>
            </a:r>
            <a:r>
              <a:rPr lang="lv-LV" altLang="en-US" sz="4400" dirty="0"/>
              <a:t> Home</a:t>
            </a:r>
            <a:r>
              <a:rPr lang="en-US" altLang="en-US" sz="4400" dirty="0"/>
              <a:t>W</a:t>
            </a:r>
            <a:r>
              <a:rPr lang="lv-LV" altLang="en-US" sz="4400" dirty="0" err="1"/>
              <a:t>ork</a:t>
            </a:r>
            <a:endParaRPr lang="lv-LV" alt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B9BA2E7-45CC-90A5-A974-3E3D8CAFB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Task 1</a:t>
            </a:r>
            <a:endParaRPr lang="lv-LV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11A2275-633C-7758-4D3A-2E9AE0200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just"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Using random generator, fill a two-dimensional array </a:t>
            </a:r>
            <a:r>
              <a:rPr lang="en-US" altLang="en-US" dirty="0" err="1"/>
              <a:t>NxN</a:t>
            </a:r>
            <a:r>
              <a:rPr lang="en-US" altLang="en-US" dirty="0"/>
              <a:t> with numbers in the range of 10-99, and display it on the screen. Rotate the array to 90° clockwise. Display the result on the screen.</a:t>
            </a:r>
            <a:endParaRPr lang="lv-LV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4F1A1E4A-3912-D020-8199-6909EF4D48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Task 2</a:t>
            </a:r>
            <a:endParaRPr lang="lv-LV" altLang="lv-LV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4682A-9CBC-8CE1-694D-8ED0F51CA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5472955"/>
          </a:xfrm>
        </p:spPr>
        <p:txBody>
          <a:bodyPr rtlCol="0">
            <a:normAutofit/>
          </a:bodyPr>
          <a:lstStyle/>
          <a:p>
            <a:pPr marL="0" indent="0" algn="just" fontAlgn="auto">
              <a:spcAft>
                <a:spcPts val="0"/>
              </a:spcAft>
              <a:buFontTx/>
              <a:buNone/>
              <a:defRPr/>
            </a:pPr>
            <a:r>
              <a:rPr lang="en-US" sz="2000" dirty="0"/>
              <a:t>In a rectangular table, there are N rows and M columns. Each cell is either empty or colored. Each colored cell belongs to a figure. If two colored cells share a common edge, they belong to the same figure. Empty cells do not belong to any figures. The area of a figure is defined as the number of cells belonging to it. In the example shown in the image, there are three figures with areas of 3, 19, and 2, respectively.</a:t>
            </a:r>
            <a:endParaRPr lang="lv-LV" sz="2000" dirty="0"/>
          </a:p>
          <a:p>
            <a:pPr marL="0" indent="0" fontAlgn="auto">
              <a:spcAft>
                <a:spcPts val="0"/>
              </a:spcAft>
              <a:buFontTx/>
              <a:buNone/>
              <a:defRPr/>
            </a:pPr>
            <a:endParaRPr lang="lv-LV" sz="2000" dirty="0"/>
          </a:p>
          <a:p>
            <a:pPr marL="0" indent="0" fontAlgn="auto">
              <a:spcAft>
                <a:spcPts val="0"/>
              </a:spcAft>
              <a:buFontTx/>
              <a:buNone/>
              <a:defRPr/>
            </a:pPr>
            <a:endParaRPr lang="lv-LV" sz="2000" dirty="0"/>
          </a:p>
          <a:p>
            <a:pPr marL="0" indent="0" fontAlgn="auto">
              <a:spcAft>
                <a:spcPts val="0"/>
              </a:spcAft>
              <a:buFontTx/>
              <a:buNone/>
              <a:defRPr/>
            </a:pPr>
            <a:endParaRPr lang="lv-LV" sz="2000" dirty="0"/>
          </a:p>
          <a:p>
            <a:pPr marL="0" indent="0" fontAlgn="auto">
              <a:spcAft>
                <a:spcPts val="0"/>
              </a:spcAft>
              <a:buFontTx/>
              <a:buNone/>
              <a:defRPr/>
            </a:pPr>
            <a:endParaRPr lang="lv-LV" sz="2000" dirty="0"/>
          </a:p>
          <a:p>
            <a:pPr marL="0" indent="0" fontAlgn="auto">
              <a:spcAft>
                <a:spcPts val="0"/>
              </a:spcAft>
              <a:buFontTx/>
              <a:buNone/>
              <a:defRPr/>
            </a:pPr>
            <a:endParaRPr lang="lv-LV" sz="2000" dirty="0"/>
          </a:p>
          <a:p>
            <a:pPr marL="0" indent="0" fontAlgn="auto">
              <a:spcAft>
                <a:spcPts val="0"/>
              </a:spcAft>
              <a:buFontTx/>
              <a:buNone/>
              <a:defRPr/>
            </a:pPr>
            <a:endParaRPr lang="lv-LV" sz="2000" dirty="0"/>
          </a:p>
          <a:p>
            <a:pPr marL="0" indent="0" fontAlgn="auto">
              <a:spcAft>
                <a:spcPts val="0"/>
              </a:spcAft>
              <a:buFontTx/>
              <a:buNone/>
              <a:defRPr/>
            </a:pPr>
            <a:endParaRPr lang="lv-LV" sz="2000" dirty="0"/>
          </a:p>
          <a:p>
            <a:pPr marL="0" indent="0" algn="just" fontAlgn="auto">
              <a:spcAft>
                <a:spcPts val="0"/>
              </a:spcAft>
              <a:buFontTx/>
              <a:buNone/>
              <a:defRPr/>
            </a:pPr>
            <a:r>
              <a:rPr lang="en-US" sz="2000" dirty="0"/>
              <a:t>Write a </a:t>
            </a:r>
            <a:r>
              <a:rPr lang="en-US" sz="2000"/>
              <a:t>program to </a:t>
            </a:r>
            <a:r>
              <a:rPr lang="en-US" sz="2000" dirty="0"/>
              <a:t>find the area of the largest figure (max 9).</a:t>
            </a:r>
            <a:endParaRPr lang="lv-LV" sz="2000" dirty="0"/>
          </a:p>
          <a:p>
            <a:pPr marL="0" indent="0" algn="just" fontAlgn="auto">
              <a:spcAft>
                <a:spcPts val="0"/>
              </a:spcAft>
              <a:buFontTx/>
              <a:buNone/>
              <a:defRPr/>
            </a:pPr>
            <a:r>
              <a:rPr lang="en-US" sz="2000" dirty="0"/>
              <a:t>The task must be solved using a recursive function (max 10).</a:t>
            </a:r>
            <a:endParaRPr lang="lv-LV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F4000D-8699-5C8C-A263-BD7AF1889D38}"/>
              </a:ext>
            </a:extLst>
          </p:cNvPr>
          <p:cNvGraphicFramePr>
            <a:graphicFrameLocks noGrp="1"/>
          </p:cNvGraphicFramePr>
          <p:nvPr/>
        </p:nvGraphicFramePr>
        <p:xfrm>
          <a:off x="2916238" y="3357563"/>
          <a:ext cx="3048003" cy="219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6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6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noFill/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/>
                    </a:p>
                  </a:txBody>
                  <a:tcPr marT="45690" marB="45690"/>
                </a:tc>
                <a:tc>
                  <a:txBody>
                    <a:bodyPr/>
                    <a:lstStyle/>
                    <a:p>
                      <a:endParaRPr lang="lv-LV" sz="1800" dirty="0"/>
                    </a:p>
                  </a:txBody>
                  <a:tcPr marT="45690" marB="456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170</Words>
  <Application>Microsoft Office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Default Design</vt:lpstr>
      <vt:lpstr>2nd HomeWork</vt:lpstr>
      <vt:lpstr>Task 1</vt:lpstr>
      <vt:lpstr>Task 2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mājas darbs/ieskaites darbs</dc:title>
  <dc:creator>Home</dc:creator>
  <cp:lastModifiedBy>Andrejs Liepiņš</cp:lastModifiedBy>
  <cp:revision>6</cp:revision>
  <dcterms:created xsi:type="dcterms:W3CDTF">2011-07-14T17:13:25Z</dcterms:created>
  <dcterms:modified xsi:type="dcterms:W3CDTF">2025-02-10T09:54:35Z</dcterms:modified>
</cp:coreProperties>
</file>