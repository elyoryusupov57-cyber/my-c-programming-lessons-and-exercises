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 id="276" r:id="rId10"/>
    <p:sldId id="265" r:id="rId11"/>
    <p:sldId id="266" r:id="rId12"/>
    <p:sldId id="267" r:id="rId13"/>
    <p:sldId id="271" r:id="rId14"/>
    <p:sldId id="272" r:id="rId15"/>
    <p:sldId id="273" r:id="rId16"/>
    <p:sldId id="274" r:id="rId17"/>
    <p:sldId id="275" r:id="rId18"/>
    <p:sldId id="277" r:id="rId19"/>
    <p:sldId id="278" r:id="rId20"/>
    <p:sldId id="279" r:id="rId21"/>
    <p:sldId id="280" r:id="rId22"/>
    <p:sldId id="268" r:id="rId23"/>
  </p:sldIdLst>
  <p:sldSz cx="9144000" cy="6858000" type="screen4x3"/>
  <p:notesSz cx="6858000" cy="9144000"/>
  <p:defaultTextStyle>
    <a:defPPr>
      <a:defRPr lang="lv-LV"/>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614" y="5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lv-LV"/>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lv-LV"/>
          </a:p>
        </p:txBody>
      </p:sp>
      <p:sp>
        <p:nvSpPr>
          <p:cNvPr id="4" name="Rectangle 4">
            <a:extLst>
              <a:ext uri="{FF2B5EF4-FFF2-40B4-BE49-F238E27FC236}">
                <a16:creationId xmlns:a16="http://schemas.microsoft.com/office/drawing/2014/main" id="{2271EDE5-5A85-45B6-AB68-5C776AB900C8}"/>
              </a:ext>
            </a:extLst>
          </p:cNvPr>
          <p:cNvSpPr>
            <a:spLocks noGrp="1" noChangeArrowheads="1"/>
          </p:cNvSpPr>
          <p:nvPr>
            <p:ph type="dt" sz="half" idx="10"/>
          </p:nvPr>
        </p:nvSpPr>
        <p:spPr>
          <a:ln/>
        </p:spPr>
        <p:txBody>
          <a:bodyPr/>
          <a:lstStyle>
            <a:lvl1pPr>
              <a:defRPr/>
            </a:lvl1pPr>
          </a:lstStyle>
          <a:p>
            <a:pPr>
              <a:defRPr/>
            </a:pPr>
            <a:endParaRPr lang="lv-LV"/>
          </a:p>
        </p:txBody>
      </p:sp>
      <p:sp>
        <p:nvSpPr>
          <p:cNvPr id="5" name="Rectangle 5">
            <a:extLst>
              <a:ext uri="{FF2B5EF4-FFF2-40B4-BE49-F238E27FC236}">
                <a16:creationId xmlns:a16="http://schemas.microsoft.com/office/drawing/2014/main" id="{22761A38-602B-4B1D-AFD0-A3B48F28C6B8}"/>
              </a:ext>
            </a:extLst>
          </p:cNvPr>
          <p:cNvSpPr>
            <a:spLocks noGrp="1" noChangeArrowheads="1"/>
          </p:cNvSpPr>
          <p:nvPr>
            <p:ph type="ftr" sz="quarter" idx="11"/>
          </p:nvPr>
        </p:nvSpPr>
        <p:spPr>
          <a:ln/>
        </p:spPr>
        <p:txBody>
          <a:bodyPr/>
          <a:lstStyle>
            <a:lvl1pPr>
              <a:defRPr/>
            </a:lvl1pPr>
          </a:lstStyle>
          <a:p>
            <a:pPr>
              <a:defRPr/>
            </a:pPr>
            <a:endParaRPr lang="lv-LV"/>
          </a:p>
        </p:txBody>
      </p:sp>
      <p:sp>
        <p:nvSpPr>
          <p:cNvPr id="6" name="Rectangle 6">
            <a:extLst>
              <a:ext uri="{FF2B5EF4-FFF2-40B4-BE49-F238E27FC236}">
                <a16:creationId xmlns:a16="http://schemas.microsoft.com/office/drawing/2014/main" id="{980B7F43-834D-4913-9C44-BB97A45F8EAC}"/>
              </a:ext>
            </a:extLst>
          </p:cNvPr>
          <p:cNvSpPr>
            <a:spLocks noGrp="1" noChangeArrowheads="1"/>
          </p:cNvSpPr>
          <p:nvPr>
            <p:ph type="sldNum" sz="quarter" idx="12"/>
          </p:nvPr>
        </p:nvSpPr>
        <p:spPr>
          <a:ln/>
        </p:spPr>
        <p:txBody>
          <a:bodyPr/>
          <a:lstStyle>
            <a:lvl1pPr>
              <a:defRPr/>
            </a:lvl1pPr>
          </a:lstStyle>
          <a:p>
            <a:fld id="{E9090F64-ED8A-4333-9658-3F1455786C74}" type="slidenum">
              <a:rPr lang="lv-LV" altLang="en-US"/>
              <a:pPr/>
              <a:t>‹#›</a:t>
            </a:fld>
            <a:endParaRPr lang="lv-LV" altLang="en-US"/>
          </a:p>
        </p:txBody>
      </p:sp>
    </p:spTree>
    <p:extLst>
      <p:ext uri="{BB962C8B-B14F-4D97-AF65-F5344CB8AC3E}">
        <p14:creationId xmlns:p14="http://schemas.microsoft.com/office/powerpoint/2010/main" val="2283676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lv-LV"/>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4" name="Rectangle 4">
            <a:extLst>
              <a:ext uri="{FF2B5EF4-FFF2-40B4-BE49-F238E27FC236}">
                <a16:creationId xmlns:a16="http://schemas.microsoft.com/office/drawing/2014/main" id="{488F8712-D34A-4EB5-ABA6-2ADC9454C68D}"/>
              </a:ext>
            </a:extLst>
          </p:cNvPr>
          <p:cNvSpPr>
            <a:spLocks noGrp="1" noChangeArrowheads="1"/>
          </p:cNvSpPr>
          <p:nvPr>
            <p:ph type="dt" sz="half" idx="10"/>
          </p:nvPr>
        </p:nvSpPr>
        <p:spPr>
          <a:ln/>
        </p:spPr>
        <p:txBody>
          <a:bodyPr/>
          <a:lstStyle>
            <a:lvl1pPr>
              <a:defRPr/>
            </a:lvl1pPr>
          </a:lstStyle>
          <a:p>
            <a:pPr>
              <a:defRPr/>
            </a:pPr>
            <a:endParaRPr lang="lv-LV"/>
          </a:p>
        </p:txBody>
      </p:sp>
      <p:sp>
        <p:nvSpPr>
          <p:cNvPr id="5" name="Rectangle 5">
            <a:extLst>
              <a:ext uri="{FF2B5EF4-FFF2-40B4-BE49-F238E27FC236}">
                <a16:creationId xmlns:a16="http://schemas.microsoft.com/office/drawing/2014/main" id="{601E42F2-D323-4115-B9B7-6F047B24EA2E}"/>
              </a:ext>
            </a:extLst>
          </p:cNvPr>
          <p:cNvSpPr>
            <a:spLocks noGrp="1" noChangeArrowheads="1"/>
          </p:cNvSpPr>
          <p:nvPr>
            <p:ph type="ftr" sz="quarter" idx="11"/>
          </p:nvPr>
        </p:nvSpPr>
        <p:spPr>
          <a:ln/>
        </p:spPr>
        <p:txBody>
          <a:bodyPr/>
          <a:lstStyle>
            <a:lvl1pPr>
              <a:defRPr/>
            </a:lvl1pPr>
          </a:lstStyle>
          <a:p>
            <a:pPr>
              <a:defRPr/>
            </a:pPr>
            <a:endParaRPr lang="lv-LV"/>
          </a:p>
        </p:txBody>
      </p:sp>
      <p:sp>
        <p:nvSpPr>
          <p:cNvPr id="6" name="Rectangle 6">
            <a:extLst>
              <a:ext uri="{FF2B5EF4-FFF2-40B4-BE49-F238E27FC236}">
                <a16:creationId xmlns:a16="http://schemas.microsoft.com/office/drawing/2014/main" id="{11969044-4C3D-4186-B62D-6DFF6CBE784B}"/>
              </a:ext>
            </a:extLst>
          </p:cNvPr>
          <p:cNvSpPr>
            <a:spLocks noGrp="1" noChangeArrowheads="1"/>
          </p:cNvSpPr>
          <p:nvPr>
            <p:ph type="sldNum" sz="quarter" idx="12"/>
          </p:nvPr>
        </p:nvSpPr>
        <p:spPr>
          <a:ln/>
        </p:spPr>
        <p:txBody>
          <a:bodyPr/>
          <a:lstStyle>
            <a:lvl1pPr>
              <a:defRPr/>
            </a:lvl1pPr>
          </a:lstStyle>
          <a:p>
            <a:fld id="{9B11F91D-A0DA-4B57-9BA3-2675D0BDCE14}" type="slidenum">
              <a:rPr lang="lv-LV" altLang="en-US"/>
              <a:pPr/>
              <a:t>‹#›</a:t>
            </a:fld>
            <a:endParaRPr lang="lv-LV" altLang="en-US"/>
          </a:p>
        </p:txBody>
      </p:sp>
    </p:spTree>
    <p:extLst>
      <p:ext uri="{BB962C8B-B14F-4D97-AF65-F5344CB8AC3E}">
        <p14:creationId xmlns:p14="http://schemas.microsoft.com/office/powerpoint/2010/main" val="1205814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lv-LV"/>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B7365EAC-17F7-4E82-B288-9794538F5DD0}"/>
              </a:ext>
            </a:extLst>
          </p:cNvPr>
          <p:cNvSpPr>
            <a:spLocks noGrp="1" noChangeArrowheads="1"/>
          </p:cNvSpPr>
          <p:nvPr>
            <p:ph type="dt" sz="half" idx="10"/>
          </p:nvPr>
        </p:nvSpPr>
        <p:spPr>
          <a:ln/>
        </p:spPr>
        <p:txBody>
          <a:bodyPr/>
          <a:lstStyle>
            <a:lvl1pPr>
              <a:defRPr/>
            </a:lvl1pPr>
          </a:lstStyle>
          <a:p>
            <a:pPr>
              <a:defRPr/>
            </a:pPr>
            <a:endParaRPr lang="lv-LV"/>
          </a:p>
        </p:txBody>
      </p:sp>
      <p:sp>
        <p:nvSpPr>
          <p:cNvPr id="5" name="Rectangle 5">
            <a:extLst>
              <a:ext uri="{FF2B5EF4-FFF2-40B4-BE49-F238E27FC236}">
                <a16:creationId xmlns:a16="http://schemas.microsoft.com/office/drawing/2014/main" id="{8A676ED0-6D2A-475B-BAA0-046F9A9E879B}"/>
              </a:ext>
            </a:extLst>
          </p:cNvPr>
          <p:cNvSpPr>
            <a:spLocks noGrp="1" noChangeArrowheads="1"/>
          </p:cNvSpPr>
          <p:nvPr>
            <p:ph type="ftr" sz="quarter" idx="11"/>
          </p:nvPr>
        </p:nvSpPr>
        <p:spPr>
          <a:ln/>
        </p:spPr>
        <p:txBody>
          <a:bodyPr/>
          <a:lstStyle>
            <a:lvl1pPr>
              <a:defRPr/>
            </a:lvl1pPr>
          </a:lstStyle>
          <a:p>
            <a:pPr>
              <a:defRPr/>
            </a:pPr>
            <a:endParaRPr lang="lv-LV"/>
          </a:p>
        </p:txBody>
      </p:sp>
      <p:sp>
        <p:nvSpPr>
          <p:cNvPr id="6" name="Rectangle 6">
            <a:extLst>
              <a:ext uri="{FF2B5EF4-FFF2-40B4-BE49-F238E27FC236}">
                <a16:creationId xmlns:a16="http://schemas.microsoft.com/office/drawing/2014/main" id="{51564DE3-CDBE-4E04-9BDE-75637B709F6F}"/>
              </a:ext>
            </a:extLst>
          </p:cNvPr>
          <p:cNvSpPr>
            <a:spLocks noGrp="1" noChangeArrowheads="1"/>
          </p:cNvSpPr>
          <p:nvPr>
            <p:ph type="sldNum" sz="quarter" idx="12"/>
          </p:nvPr>
        </p:nvSpPr>
        <p:spPr>
          <a:ln/>
        </p:spPr>
        <p:txBody>
          <a:bodyPr/>
          <a:lstStyle>
            <a:lvl1pPr>
              <a:defRPr/>
            </a:lvl1pPr>
          </a:lstStyle>
          <a:p>
            <a:fld id="{9AFA1646-18DA-43A4-A4FD-B2282A33658F}" type="slidenum">
              <a:rPr lang="lv-LV" altLang="en-US"/>
              <a:pPr/>
              <a:t>‹#›</a:t>
            </a:fld>
            <a:endParaRPr lang="lv-LV" altLang="en-US"/>
          </a:p>
        </p:txBody>
      </p:sp>
    </p:spTree>
    <p:extLst>
      <p:ext uri="{BB962C8B-B14F-4D97-AF65-F5344CB8AC3E}">
        <p14:creationId xmlns:p14="http://schemas.microsoft.com/office/powerpoint/2010/main" val="3159151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lv-LV"/>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5" name="Rectangle 4">
            <a:extLst>
              <a:ext uri="{FF2B5EF4-FFF2-40B4-BE49-F238E27FC236}">
                <a16:creationId xmlns:a16="http://schemas.microsoft.com/office/drawing/2014/main" id="{DFDCC722-CE6B-4F75-800F-36FEA120798A}"/>
              </a:ext>
            </a:extLst>
          </p:cNvPr>
          <p:cNvSpPr>
            <a:spLocks noGrp="1" noChangeArrowheads="1"/>
          </p:cNvSpPr>
          <p:nvPr>
            <p:ph type="dt" sz="half" idx="10"/>
          </p:nvPr>
        </p:nvSpPr>
        <p:spPr>
          <a:ln/>
        </p:spPr>
        <p:txBody>
          <a:bodyPr/>
          <a:lstStyle>
            <a:lvl1pPr>
              <a:defRPr/>
            </a:lvl1pPr>
          </a:lstStyle>
          <a:p>
            <a:pPr>
              <a:defRPr/>
            </a:pPr>
            <a:endParaRPr lang="lv-LV"/>
          </a:p>
        </p:txBody>
      </p:sp>
      <p:sp>
        <p:nvSpPr>
          <p:cNvPr id="6" name="Rectangle 5">
            <a:extLst>
              <a:ext uri="{FF2B5EF4-FFF2-40B4-BE49-F238E27FC236}">
                <a16:creationId xmlns:a16="http://schemas.microsoft.com/office/drawing/2014/main" id="{64639487-8568-4D46-8DD8-33C8726A32A4}"/>
              </a:ext>
            </a:extLst>
          </p:cNvPr>
          <p:cNvSpPr>
            <a:spLocks noGrp="1" noChangeArrowheads="1"/>
          </p:cNvSpPr>
          <p:nvPr>
            <p:ph type="ftr" sz="quarter" idx="11"/>
          </p:nvPr>
        </p:nvSpPr>
        <p:spPr>
          <a:ln/>
        </p:spPr>
        <p:txBody>
          <a:bodyPr/>
          <a:lstStyle>
            <a:lvl1pPr>
              <a:defRPr/>
            </a:lvl1pPr>
          </a:lstStyle>
          <a:p>
            <a:pPr>
              <a:defRPr/>
            </a:pPr>
            <a:endParaRPr lang="lv-LV"/>
          </a:p>
        </p:txBody>
      </p:sp>
      <p:sp>
        <p:nvSpPr>
          <p:cNvPr id="7" name="Rectangle 6">
            <a:extLst>
              <a:ext uri="{FF2B5EF4-FFF2-40B4-BE49-F238E27FC236}">
                <a16:creationId xmlns:a16="http://schemas.microsoft.com/office/drawing/2014/main" id="{55644A4A-8EFB-49B9-A37E-399BC60F084B}"/>
              </a:ext>
            </a:extLst>
          </p:cNvPr>
          <p:cNvSpPr>
            <a:spLocks noGrp="1" noChangeArrowheads="1"/>
          </p:cNvSpPr>
          <p:nvPr>
            <p:ph type="sldNum" sz="quarter" idx="12"/>
          </p:nvPr>
        </p:nvSpPr>
        <p:spPr>
          <a:ln/>
        </p:spPr>
        <p:txBody>
          <a:bodyPr/>
          <a:lstStyle>
            <a:lvl1pPr>
              <a:defRPr/>
            </a:lvl1pPr>
          </a:lstStyle>
          <a:p>
            <a:fld id="{5EED0F76-6846-4834-8609-DEA44212EDA0}" type="slidenum">
              <a:rPr lang="lv-LV" altLang="en-US"/>
              <a:pPr/>
              <a:t>‹#›</a:t>
            </a:fld>
            <a:endParaRPr lang="lv-LV" altLang="en-US"/>
          </a:p>
        </p:txBody>
      </p:sp>
    </p:spTree>
    <p:extLst>
      <p:ext uri="{BB962C8B-B14F-4D97-AF65-F5344CB8AC3E}">
        <p14:creationId xmlns:p14="http://schemas.microsoft.com/office/powerpoint/2010/main" val="3722510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lv-LV"/>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7" name="Rectangle 4">
            <a:extLst>
              <a:ext uri="{FF2B5EF4-FFF2-40B4-BE49-F238E27FC236}">
                <a16:creationId xmlns:a16="http://schemas.microsoft.com/office/drawing/2014/main" id="{73186C4C-8711-43F9-9598-D478D231481D}"/>
              </a:ext>
            </a:extLst>
          </p:cNvPr>
          <p:cNvSpPr>
            <a:spLocks noGrp="1" noChangeArrowheads="1"/>
          </p:cNvSpPr>
          <p:nvPr>
            <p:ph type="dt" sz="half" idx="10"/>
          </p:nvPr>
        </p:nvSpPr>
        <p:spPr>
          <a:ln/>
        </p:spPr>
        <p:txBody>
          <a:bodyPr/>
          <a:lstStyle>
            <a:lvl1pPr>
              <a:defRPr/>
            </a:lvl1pPr>
          </a:lstStyle>
          <a:p>
            <a:pPr>
              <a:defRPr/>
            </a:pPr>
            <a:endParaRPr lang="lv-LV"/>
          </a:p>
        </p:txBody>
      </p:sp>
      <p:sp>
        <p:nvSpPr>
          <p:cNvPr id="8" name="Rectangle 5">
            <a:extLst>
              <a:ext uri="{FF2B5EF4-FFF2-40B4-BE49-F238E27FC236}">
                <a16:creationId xmlns:a16="http://schemas.microsoft.com/office/drawing/2014/main" id="{41B56BCE-B768-4370-AD4B-C45DC1005C37}"/>
              </a:ext>
            </a:extLst>
          </p:cNvPr>
          <p:cNvSpPr>
            <a:spLocks noGrp="1" noChangeArrowheads="1"/>
          </p:cNvSpPr>
          <p:nvPr>
            <p:ph type="ftr" sz="quarter" idx="11"/>
          </p:nvPr>
        </p:nvSpPr>
        <p:spPr>
          <a:ln/>
        </p:spPr>
        <p:txBody>
          <a:bodyPr/>
          <a:lstStyle>
            <a:lvl1pPr>
              <a:defRPr/>
            </a:lvl1pPr>
          </a:lstStyle>
          <a:p>
            <a:pPr>
              <a:defRPr/>
            </a:pPr>
            <a:endParaRPr lang="lv-LV"/>
          </a:p>
        </p:txBody>
      </p:sp>
      <p:sp>
        <p:nvSpPr>
          <p:cNvPr id="9" name="Rectangle 6">
            <a:extLst>
              <a:ext uri="{FF2B5EF4-FFF2-40B4-BE49-F238E27FC236}">
                <a16:creationId xmlns:a16="http://schemas.microsoft.com/office/drawing/2014/main" id="{74DB8D96-F177-4E70-AA51-7DACB077A422}"/>
              </a:ext>
            </a:extLst>
          </p:cNvPr>
          <p:cNvSpPr>
            <a:spLocks noGrp="1" noChangeArrowheads="1"/>
          </p:cNvSpPr>
          <p:nvPr>
            <p:ph type="sldNum" sz="quarter" idx="12"/>
          </p:nvPr>
        </p:nvSpPr>
        <p:spPr>
          <a:ln/>
        </p:spPr>
        <p:txBody>
          <a:bodyPr/>
          <a:lstStyle>
            <a:lvl1pPr>
              <a:defRPr/>
            </a:lvl1pPr>
          </a:lstStyle>
          <a:p>
            <a:fld id="{C0C988EB-47B5-4104-AEA3-5EE54D537FF1}" type="slidenum">
              <a:rPr lang="lv-LV" altLang="en-US"/>
              <a:pPr/>
              <a:t>‹#›</a:t>
            </a:fld>
            <a:endParaRPr lang="lv-LV" altLang="en-US"/>
          </a:p>
        </p:txBody>
      </p:sp>
    </p:spTree>
    <p:extLst>
      <p:ext uri="{BB962C8B-B14F-4D97-AF65-F5344CB8AC3E}">
        <p14:creationId xmlns:p14="http://schemas.microsoft.com/office/powerpoint/2010/main" val="1496516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lv-LV"/>
          </a:p>
        </p:txBody>
      </p:sp>
      <p:sp>
        <p:nvSpPr>
          <p:cNvPr id="3" name="Rectangle 4">
            <a:extLst>
              <a:ext uri="{FF2B5EF4-FFF2-40B4-BE49-F238E27FC236}">
                <a16:creationId xmlns:a16="http://schemas.microsoft.com/office/drawing/2014/main" id="{D34C1A73-D5A2-49B9-B9BE-7E003A7EFDD5}"/>
              </a:ext>
            </a:extLst>
          </p:cNvPr>
          <p:cNvSpPr>
            <a:spLocks noGrp="1" noChangeArrowheads="1"/>
          </p:cNvSpPr>
          <p:nvPr>
            <p:ph type="dt" sz="half" idx="10"/>
          </p:nvPr>
        </p:nvSpPr>
        <p:spPr>
          <a:ln/>
        </p:spPr>
        <p:txBody>
          <a:bodyPr/>
          <a:lstStyle>
            <a:lvl1pPr>
              <a:defRPr/>
            </a:lvl1pPr>
          </a:lstStyle>
          <a:p>
            <a:pPr>
              <a:defRPr/>
            </a:pPr>
            <a:endParaRPr lang="lv-LV"/>
          </a:p>
        </p:txBody>
      </p:sp>
      <p:sp>
        <p:nvSpPr>
          <p:cNvPr id="4" name="Rectangle 5">
            <a:extLst>
              <a:ext uri="{FF2B5EF4-FFF2-40B4-BE49-F238E27FC236}">
                <a16:creationId xmlns:a16="http://schemas.microsoft.com/office/drawing/2014/main" id="{2D5EB510-C885-4D19-BCAF-8B2B39D91163}"/>
              </a:ext>
            </a:extLst>
          </p:cNvPr>
          <p:cNvSpPr>
            <a:spLocks noGrp="1" noChangeArrowheads="1"/>
          </p:cNvSpPr>
          <p:nvPr>
            <p:ph type="ftr" sz="quarter" idx="11"/>
          </p:nvPr>
        </p:nvSpPr>
        <p:spPr>
          <a:ln/>
        </p:spPr>
        <p:txBody>
          <a:bodyPr/>
          <a:lstStyle>
            <a:lvl1pPr>
              <a:defRPr/>
            </a:lvl1pPr>
          </a:lstStyle>
          <a:p>
            <a:pPr>
              <a:defRPr/>
            </a:pPr>
            <a:endParaRPr lang="lv-LV"/>
          </a:p>
        </p:txBody>
      </p:sp>
      <p:sp>
        <p:nvSpPr>
          <p:cNvPr id="5" name="Rectangle 6">
            <a:extLst>
              <a:ext uri="{FF2B5EF4-FFF2-40B4-BE49-F238E27FC236}">
                <a16:creationId xmlns:a16="http://schemas.microsoft.com/office/drawing/2014/main" id="{932EBAB3-7FB0-4910-AB70-0CD3C4EE4DDA}"/>
              </a:ext>
            </a:extLst>
          </p:cNvPr>
          <p:cNvSpPr>
            <a:spLocks noGrp="1" noChangeArrowheads="1"/>
          </p:cNvSpPr>
          <p:nvPr>
            <p:ph type="sldNum" sz="quarter" idx="12"/>
          </p:nvPr>
        </p:nvSpPr>
        <p:spPr>
          <a:ln/>
        </p:spPr>
        <p:txBody>
          <a:bodyPr/>
          <a:lstStyle>
            <a:lvl1pPr>
              <a:defRPr/>
            </a:lvl1pPr>
          </a:lstStyle>
          <a:p>
            <a:fld id="{0A2DA497-5C5A-4162-BC0D-F150A5E7E1EC}" type="slidenum">
              <a:rPr lang="lv-LV" altLang="en-US"/>
              <a:pPr/>
              <a:t>‹#›</a:t>
            </a:fld>
            <a:endParaRPr lang="lv-LV" altLang="en-US"/>
          </a:p>
        </p:txBody>
      </p:sp>
    </p:spTree>
    <p:extLst>
      <p:ext uri="{BB962C8B-B14F-4D97-AF65-F5344CB8AC3E}">
        <p14:creationId xmlns:p14="http://schemas.microsoft.com/office/powerpoint/2010/main" val="292403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E247545-D3AE-424A-B67D-2C9C5B3E53A7}"/>
              </a:ext>
            </a:extLst>
          </p:cNvPr>
          <p:cNvSpPr>
            <a:spLocks noGrp="1" noChangeArrowheads="1"/>
          </p:cNvSpPr>
          <p:nvPr>
            <p:ph type="dt" sz="half" idx="10"/>
          </p:nvPr>
        </p:nvSpPr>
        <p:spPr>
          <a:ln/>
        </p:spPr>
        <p:txBody>
          <a:bodyPr/>
          <a:lstStyle>
            <a:lvl1pPr>
              <a:defRPr/>
            </a:lvl1pPr>
          </a:lstStyle>
          <a:p>
            <a:pPr>
              <a:defRPr/>
            </a:pPr>
            <a:endParaRPr lang="lv-LV"/>
          </a:p>
        </p:txBody>
      </p:sp>
      <p:sp>
        <p:nvSpPr>
          <p:cNvPr id="3" name="Rectangle 5">
            <a:extLst>
              <a:ext uri="{FF2B5EF4-FFF2-40B4-BE49-F238E27FC236}">
                <a16:creationId xmlns:a16="http://schemas.microsoft.com/office/drawing/2014/main" id="{C2C469E3-D97C-47FB-B260-769BB011F272}"/>
              </a:ext>
            </a:extLst>
          </p:cNvPr>
          <p:cNvSpPr>
            <a:spLocks noGrp="1" noChangeArrowheads="1"/>
          </p:cNvSpPr>
          <p:nvPr>
            <p:ph type="ftr" sz="quarter" idx="11"/>
          </p:nvPr>
        </p:nvSpPr>
        <p:spPr>
          <a:ln/>
        </p:spPr>
        <p:txBody>
          <a:bodyPr/>
          <a:lstStyle>
            <a:lvl1pPr>
              <a:defRPr/>
            </a:lvl1pPr>
          </a:lstStyle>
          <a:p>
            <a:pPr>
              <a:defRPr/>
            </a:pPr>
            <a:endParaRPr lang="lv-LV"/>
          </a:p>
        </p:txBody>
      </p:sp>
      <p:sp>
        <p:nvSpPr>
          <p:cNvPr id="4" name="Rectangle 6">
            <a:extLst>
              <a:ext uri="{FF2B5EF4-FFF2-40B4-BE49-F238E27FC236}">
                <a16:creationId xmlns:a16="http://schemas.microsoft.com/office/drawing/2014/main" id="{E5EFF408-2EB1-47AB-860F-8EFDA77653D7}"/>
              </a:ext>
            </a:extLst>
          </p:cNvPr>
          <p:cNvSpPr>
            <a:spLocks noGrp="1" noChangeArrowheads="1"/>
          </p:cNvSpPr>
          <p:nvPr>
            <p:ph type="sldNum" sz="quarter" idx="12"/>
          </p:nvPr>
        </p:nvSpPr>
        <p:spPr>
          <a:ln/>
        </p:spPr>
        <p:txBody>
          <a:bodyPr/>
          <a:lstStyle>
            <a:lvl1pPr>
              <a:defRPr/>
            </a:lvl1pPr>
          </a:lstStyle>
          <a:p>
            <a:fld id="{81F3CABC-C347-4A1C-ABA8-2E1FF0FB2C7F}" type="slidenum">
              <a:rPr lang="lv-LV" altLang="en-US"/>
              <a:pPr/>
              <a:t>‹#›</a:t>
            </a:fld>
            <a:endParaRPr lang="lv-LV" altLang="en-US"/>
          </a:p>
        </p:txBody>
      </p:sp>
    </p:spTree>
    <p:extLst>
      <p:ext uri="{BB962C8B-B14F-4D97-AF65-F5344CB8AC3E}">
        <p14:creationId xmlns:p14="http://schemas.microsoft.com/office/powerpoint/2010/main" val="1962546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lv-LV"/>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ECA5A48-DD1F-4C28-8984-B0B7C57F543F}"/>
              </a:ext>
            </a:extLst>
          </p:cNvPr>
          <p:cNvSpPr>
            <a:spLocks noGrp="1" noChangeArrowheads="1"/>
          </p:cNvSpPr>
          <p:nvPr>
            <p:ph type="dt" sz="half" idx="10"/>
          </p:nvPr>
        </p:nvSpPr>
        <p:spPr>
          <a:ln/>
        </p:spPr>
        <p:txBody>
          <a:bodyPr/>
          <a:lstStyle>
            <a:lvl1pPr>
              <a:defRPr/>
            </a:lvl1pPr>
          </a:lstStyle>
          <a:p>
            <a:pPr>
              <a:defRPr/>
            </a:pPr>
            <a:endParaRPr lang="lv-LV"/>
          </a:p>
        </p:txBody>
      </p:sp>
      <p:sp>
        <p:nvSpPr>
          <p:cNvPr id="6" name="Rectangle 5">
            <a:extLst>
              <a:ext uri="{FF2B5EF4-FFF2-40B4-BE49-F238E27FC236}">
                <a16:creationId xmlns:a16="http://schemas.microsoft.com/office/drawing/2014/main" id="{68194451-61BF-4ECF-B87F-C9937286ABF6}"/>
              </a:ext>
            </a:extLst>
          </p:cNvPr>
          <p:cNvSpPr>
            <a:spLocks noGrp="1" noChangeArrowheads="1"/>
          </p:cNvSpPr>
          <p:nvPr>
            <p:ph type="ftr" sz="quarter" idx="11"/>
          </p:nvPr>
        </p:nvSpPr>
        <p:spPr>
          <a:ln/>
        </p:spPr>
        <p:txBody>
          <a:bodyPr/>
          <a:lstStyle>
            <a:lvl1pPr>
              <a:defRPr/>
            </a:lvl1pPr>
          </a:lstStyle>
          <a:p>
            <a:pPr>
              <a:defRPr/>
            </a:pPr>
            <a:endParaRPr lang="lv-LV"/>
          </a:p>
        </p:txBody>
      </p:sp>
      <p:sp>
        <p:nvSpPr>
          <p:cNvPr id="7" name="Rectangle 6">
            <a:extLst>
              <a:ext uri="{FF2B5EF4-FFF2-40B4-BE49-F238E27FC236}">
                <a16:creationId xmlns:a16="http://schemas.microsoft.com/office/drawing/2014/main" id="{35E53561-0BD7-4583-B4F3-84C947199098}"/>
              </a:ext>
            </a:extLst>
          </p:cNvPr>
          <p:cNvSpPr>
            <a:spLocks noGrp="1" noChangeArrowheads="1"/>
          </p:cNvSpPr>
          <p:nvPr>
            <p:ph type="sldNum" sz="quarter" idx="12"/>
          </p:nvPr>
        </p:nvSpPr>
        <p:spPr>
          <a:ln/>
        </p:spPr>
        <p:txBody>
          <a:bodyPr/>
          <a:lstStyle>
            <a:lvl1pPr>
              <a:defRPr/>
            </a:lvl1pPr>
          </a:lstStyle>
          <a:p>
            <a:fld id="{E885FE42-FB1F-4334-8FE0-45E25CF690E6}" type="slidenum">
              <a:rPr lang="lv-LV" altLang="en-US"/>
              <a:pPr/>
              <a:t>‹#›</a:t>
            </a:fld>
            <a:endParaRPr lang="lv-LV" altLang="en-US"/>
          </a:p>
        </p:txBody>
      </p:sp>
    </p:spTree>
    <p:extLst>
      <p:ext uri="{BB962C8B-B14F-4D97-AF65-F5344CB8AC3E}">
        <p14:creationId xmlns:p14="http://schemas.microsoft.com/office/powerpoint/2010/main" val="2826954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lv-LV"/>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lv-LV"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07146E9-D475-4887-90E4-796F1DC2D712}"/>
              </a:ext>
            </a:extLst>
          </p:cNvPr>
          <p:cNvSpPr>
            <a:spLocks noGrp="1" noChangeArrowheads="1"/>
          </p:cNvSpPr>
          <p:nvPr>
            <p:ph type="dt" sz="half" idx="10"/>
          </p:nvPr>
        </p:nvSpPr>
        <p:spPr>
          <a:ln/>
        </p:spPr>
        <p:txBody>
          <a:bodyPr/>
          <a:lstStyle>
            <a:lvl1pPr>
              <a:defRPr/>
            </a:lvl1pPr>
          </a:lstStyle>
          <a:p>
            <a:pPr>
              <a:defRPr/>
            </a:pPr>
            <a:endParaRPr lang="lv-LV"/>
          </a:p>
        </p:txBody>
      </p:sp>
      <p:sp>
        <p:nvSpPr>
          <p:cNvPr id="6" name="Rectangle 5">
            <a:extLst>
              <a:ext uri="{FF2B5EF4-FFF2-40B4-BE49-F238E27FC236}">
                <a16:creationId xmlns:a16="http://schemas.microsoft.com/office/drawing/2014/main" id="{FE13F33A-B9F0-4400-AB8A-2ACA27556032}"/>
              </a:ext>
            </a:extLst>
          </p:cNvPr>
          <p:cNvSpPr>
            <a:spLocks noGrp="1" noChangeArrowheads="1"/>
          </p:cNvSpPr>
          <p:nvPr>
            <p:ph type="ftr" sz="quarter" idx="11"/>
          </p:nvPr>
        </p:nvSpPr>
        <p:spPr>
          <a:ln/>
        </p:spPr>
        <p:txBody>
          <a:bodyPr/>
          <a:lstStyle>
            <a:lvl1pPr>
              <a:defRPr/>
            </a:lvl1pPr>
          </a:lstStyle>
          <a:p>
            <a:pPr>
              <a:defRPr/>
            </a:pPr>
            <a:endParaRPr lang="lv-LV"/>
          </a:p>
        </p:txBody>
      </p:sp>
      <p:sp>
        <p:nvSpPr>
          <p:cNvPr id="7" name="Rectangle 6">
            <a:extLst>
              <a:ext uri="{FF2B5EF4-FFF2-40B4-BE49-F238E27FC236}">
                <a16:creationId xmlns:a16="http://schemas.microsoft.com/office/drawing/2014/main" id="{1F7BEA00-4DA7-4CFB-8214-DD50D0473FDC}"/>
              </a:ext>
            </a:extLst>
          </p:cNvPr>
          <p:cNvSpPr>
            <a:spLocks noGrp="1" noChangeArrowheads="1"/>
          </p:cNvSpPr>
          <p:nvPr>
            <p:ph type="sldNum" sz="quarter" idx="12"/>
          </p:nvPr>
        </p:nvSpPr>
        <p:spPr>
          <a:ln/>
        </p:spPr>
        <p:txBody>
          <a:bodyPr/>
          <a:lstStyle>
            <a:lvl1pPr>
              <a:defRPr/>
            </a:lvl1pPr>
          </a:lstStyle>
          <a:p>
            <a:fld id="{78C6261B-EABE-42BF-A991-5845B2A619B4}" type="slidenum">
              <a:rPr lang="lv-LV" altLang="en-US"/>
              <a:pPr/>
              <a:t>‹#›</a:t>
            </a:fld>
            <a:endParaRPr lang="lv-LV" altLang="en-US"/>
          </a:p>
        </p:txBody>
      </p:sp>
    </p:spTree>
    <p:extLst>
      <p:ext uri="{BB962C8B-B14F-4D97-AF65-F5344CB8AC3E}">
        <p14:creationId xmlns:p14="http://schemas.microsoft.com/office/powerpoint/2010/main" val="3208819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lv-LV"/>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4" name="Rectangle 4">
            <a:extLst>
              <a:ext uri="{FF2B5EF4-FFF2-40B4-BE49-F238E27FC236}">
                <a16:creationId xmlns:a16="http://schemas.microsoft.com/office/drawing/2014/main" id="{8D5A3A46-A22F-4926-BABF-1D056820757C}"/>
              </a:ext>
            </a:extLst>
          </p:cNvPr>
          <p:cNvSpPr>
            <a:spLocks noGrp="1" noChangeArrowheads="1"/>
          </p:cNvSpPr>
          <p:nvPr>
            <p:ph type="dt" sz="half" idx="10"/>
          </p:nvPr>
        </p:nvSpPr>
        <p:spPr>
          <a:ln/>
        </p:spPr>
        <p:txBody>
          <a:bodyPr/>
          <a:lstStyle>
            <a:lvl1pPr>
              <a:defRPr/>
            </a:lvl1pPr>
          </a:lstStyle>
          <a:p>
            <a:pPr>
              <a:defRPr/>
            </a:pPr>
            <a:endParaRPr lang="lv-LV"/>
          </a:p>
        </p:txBody>
      </p:sp>
      <p:sp>
        <p:nvSpPr>
          <p:cNvPr id="5" name="Rectangle 5">
            <a:extLst>
              <a:ext uri="{FF2B5EF4-FFF2-40B4-BE49-F238E27FC236}">
                <a16:creationId xmlns:a16="http://schemas.microsoft.com/office/drawing/2014/main" id="{D632520A-9CA5-4D66-B7D6-8AC5CE94CBC7}"/>
              </a:ext>
            </a:extLst>
          </p:cNvPr>
          <p:cNvSpPr>
            <a:spLocks noGrp="1" noChangeArrowheads="1"/>
          </p:cNvSpPr>
          <p:nvPr>
            <p:ph type="ftr" sz="quarter" idx="11"/>
          </p:nvPr>
        </p:nvSpPr>
        <p:spPr>
          <a:ln/>
        </p:spPr>
        <p:txBody>
          <a:bodyPr/>
          <a:lstStyle>
            <a:lvl1pPr>
              <a:defRPr/>
            </a:lvl1pPr>
          </a:lstStyle>
          <a:p>
            <a:pPr>
              <a:defRPr/>
            </a:pPr>
            <a:endParaRPr lang="lv-LV"/>
          </a:p>
        </p:txBody>
      </p:sp>
      <p:sp>
        <p:nvSpPr>
          <p:cNvPr id="6" name="Rectangle 6">
            <a:extLst>
              <a:ext uri="{FF2B5EF4-FFF2-40B4-BE49-F238E27FC236}">
                <a16:creationId xmlns:a16="http://schemas.microsoft.com/office/drawing/2014/main" id="{0D3C6DF8-E89F-4E62-8835-0EA5788FE8A3}"/>
              </a:ext>
            </a:extLst>
          </p:cNvPr>
          <p:cNvSpPr>
            <a:spLocks noGrp="1" noChangeArrowheads="1"/>
          </p:cNvSpPr>
          <p:nvPr>
            <p:ph type="sldNum" sz="quarter" idx="12"/>
          </p:nvPr>
        </p:nvSpPr>
        <p:spPr>
          <a:ln/>
        </p:spPr>
        <p:txBody>
          <a:bodyPr/>
          <a:lstStyle>
            <a:lvl1pPr>
              <a:defRPr/>
            </a:lvl1pPr>
          </a:lstStyle>
          <a:p>
            <a:fld id="{AF6F4DCB-F069-4B75-9145-EE7B98DB2525}" type="slidenum">
              <a:rPr lang="lv-LV" altLang="en-US"/>
              <a:pPr/>
              <a:t>‹#›</a:t>
            </a:fld>
            <a:endParaRPr lang="lv-LV" altLang="en-US"/>
          </a:p>
        </p:txBody>
      </p:sp>
    </p:spTree>
    <p:extLst>
      <p:ext uri="{BB962C8B-B14F-4D97-AF65-F5344CB8AC3E}">
        <p14:creationId xmlns:p14="http://schemas.microsoft.com/office/powerpoint/2010/main" val="2532421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lv-LV"/>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v-LV"/>
          </a:p>
        </p:txBody>
      </p:sp>
      <p:sp>
        <p:nvSpPr>
          <p:cNvPr id="4" name="Rectangle 4">
            <a:extLst>
              <a:ext uri="{FF2B5EF4-FFF2-40B4-BE49-F238E27FC236}">
                <a16:creationId xmlns:a16="http://schemas.microsoft.com/office/drawing/2014/main" id="{A7394D36-976F-43BA-9E07-FB9816CA29D9}"/>
              </a:ext>
            </a:extLst>
          </p:cNvPr>
          <p:cNvSpPr>
            <a:spLocks noGrp="1" noChangeArrowheads="1"/>
          </p:cNvSpPr>
          <p:nvPr>
            <p:ph type="dt" sz="half" idx="10"/>
          </p:nvPr>
        </p:nvSpPr>
        <p:spPr>
          <a:ln/>
        </p:spPr>
        <p:txBody>
          <a:bodyPr/>
          <a:lstStyle>
            <a:lvl1pPr>
              <a:defRPr/>
            </a:lvl1pPr>
          </a:lstStyle>
          <a:p>
            <a:pPr>
              <a:defRPr/>
            </a:pPr>
            <a:endParaRPr lang="lv-LV"/>
          </a:p>
        </p:txBody>
      </p:sp>
      <p:sp>
        <p:nvSpPr>
          <p:cNvPr id="5" name="Rectangle 5">
            <a:extLst>
              <a:ext uri="{FF2B5EF4-FFF2-40B4-BE49-F238E27FC236}">
                <a16:creationId xmlns:a16="http://schemas.microsoft.com/office/drawing/2014/main" id="{F3059DAB-ECEC-4773-9133-9FB0CD765E63}"/>
              </a:ext>
            </a:extLst>
          </p:cNvPr>
          <p:cNvSpPr>
            <a:spLocks noGrp="1" noChangeArrowheads="1"/>
          </p:cNvSpPr>
          <p:nvPr>
            <p:ph type="ftr" sz="quarter" idx="11"/>
          </p:nvPr>
        </p:nvSpPr>
        <p:spPr>
          <a:ln/>
        </p:spPr>
        <p:txBody>
          <a:bodyPr/>
          <a:lstStyle>
            <a:lvl1pPr>
              <a:defRPr/>
            </a:lvl1pPr>
          </a:lstStyle>
          <a:p>
            <a:pPr>
              <a:defRPr/>
            </a:pPr>
            <a:endParaRPr lang="lv-LV"/>
          </a:p>
        </p:txBody>
      </p:sp>
      <p:sp>
        <p:nvSpPr>
          <p:cNvPr id="6" name="Rectangle 6">
            <a:extLst>
              <a:ext uri="{FF2B5EF4-FFF2-40B4-BE49-F238E27FC236}">
                <a16:creationId xmlns:a16="http://schemas.microsoft.com/office/drawing/2014/main" id="{851BE6B2-032F-441C-9496-F2092AB6D41D}"/>
              </a:ext>
            </a:extLst>
          </p:cNvPr>
          <p:cNvSpPr>
            <a:spLocks noGrp="1" noChangeArrowheads="1"/>
          </p:cNvSpPr>
          <p:nvPr>
            <p:ph type="sldNum" sz="quarter" idx="12"/>
          </p:nvPr>
        </p:nvSpPr>
        <p:spPr>
          <a:ln/>
        </p:spPr>
        <p:txBody>
          <a:bodyPr/>
          <a:lstStyle>
            <a:lvl1pPr>
              <a:defRPr/>
            </a:lvl1pPr>
          </a:lstStyle>
          <a:p>
            <a:fld id="{24A2154F-DA2E-4FF6-9355-9ACD5F299134}" type="slidenum">
              <a:rPr lang="lv-LV" altLang="en-US"/>
              <a:pPr/>
              <a:t>‹#›</a:t>
            </a:fld>
            <a:endParaRPr lang="lv-LV" altLang="en-US"/>
          </a:p>
        </p:txBody>
      </p:sp>
    </p:spTree>
    <p:extLst>
      <p:ext uri="{BB962C8B-B14F-4D97-AF65-F5344CB8AC3E}">
        <p14:creationId xmlns:p14="http://schemas.microsoft.com/office/powerpoint/2010/main" val="1296322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B8139C9-5100-4674-9719-EB94E06E530A}"/>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lv-LV" altLang="en-US"/>
              <a:t>Click to edit Master title style</a:t>
            </a:r>
          </a:p>
        </p:txBody>
      </p:sp>
      <p:sp>
        <p:nvSpPr>
          <p:cNvPr id="1027" name="Rectangle 3">
            <a:extLst>
              <a:ext uri="{FF2B5EF4-FFF2-40B4-BE49-F238E27FC236}">
                <a16:creationId xmlns:a16="http://schemas.microsoft.com/office/drawing/2014/main" id="{B2DD51DE-7FB8-4032-A4DD-F25BBB6CB8B3}"/>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lv-LV" altLang="en-US"/>
              <a:t>Click to edit Master text styles</a:t>
            </a:r>
          </a:p>
          <a:p>
            <a:pPr lvl="1"/>
            <a:r>
              <a:rPr lang="lv-LV" altLang="en-US"/>
              <a:t>Second level</a:t>
            </a:r>
          </a:p>
          <a:p>
            <a:pPr lvl="2"/>
            <a:r>
              <a:rPr lang="lv-LV" altLang="en-US"/>
              <a:t>Third level</a:t>
            </a:r>
          </a:p>
          <a:p>
            <a:pPr lvl="3"/>
            <a:r>
              <a:rPr lang="lv-LV" altLang="en-US"/>
              <a:t>Fourth level</a:t>
            </a:r>
          </a:p>
          <a:p>
            <a:pPr lvl="4"/>
            <a:r>
              <a:rPr lang="lv-LV" altLang="en-US"/>
              <a:t>Fifth level</a:t>
            </a:r>
          </a:p>
        </p:txBody>
      </p:sp>
      <p:sp>
        <p:nvSpPr>
          <p:cNvPr id="1028" name="Rectangle 4">
            <a:extLst>
              <a:ext uri="{FF2B5EF4-FFF2-40B4-BE49-F238E27FC236}">
                <a16:creationId xmlns:a16="http://schemas.microsoft.com/office/drawing/2014/main" id="{AF8B6522-9BEB-494F-995C-0F58EDF49F18}"/>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latin typeface="Arial" charset="0"/>
              </a:defRPr>
            </a:lvl1pPr>
          </a:lstStyle>
          <a:p>
            <a:pPr>
              <a:defRPr/>
            </a:pPr>
            <a:endParaRPr lang="lv-LV"/>
          </a:p>
        </p:txBody>
      </p:sp>
      <p:sp>
        <p:nvSpPr>
          <p:cNvPr id="1029" name="Rectangle 5">
            <a:extLst>
              <a:ext uri="{FF2B5EF4-FFF2-40B4-BE49-F238E27FC236}">
                <a16:creationId xmlns:a16="http://schemas.microsoft.com/office/drawing/2014/main" id="{ABD3BEC1-FB73-4E7C-9F91-374131A171F0}"/>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atin typeface="Arial" charset="0"/>
              </a:defRPr>
            </a:lvl1pPr>
          </a:lstStyle>
          <a:p>
            <a:pPr>
              <a:defRPr/>
            </a:pPr>
            <a:endParaRPr lang="lv-LV"/>
          </a:p>
        </p:txBody>
      </p:sp>
      <p:sp>
        <p:nvSpPr>
          <p:cNvPr id="1030" name="Rectangle 6">
            <a:extLst>
              <a:ext uri="{FF2B5EF4-FFF2-40B4-BE49-F238E27FC236}">
                <a16:creationId xmlns:a16="http://schemas.microsoft.com/office/drawing/2014/main" id="{0E72C0C5-6704-422D-9CD2-7D5138143922}"/>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8AC66DED-6B10-4371-8AAA-2FBE7828982D}" type="slidenum">
              <a:rPr lang="lv-LV" altLang="en-US"/>
              <a:pPr/>
              <a:t>‹#›</a:t>
            </a:fld>
            <a:endParaRPr lang="lv-LV"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p:bodyStyle>
    <p:otherStyle>
      <a:defPPr>
        <a:defRPr lang="lv-L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1B01ACF-B6EC-430C-9783-00C488C45DC0}"/>
              </a:ext>
            </a:extLst>
          </p:cNvPr>
          <p:cNvSpPr>
            <a:spLocks noGrp="1" noChangeArrowheads="1"/>
          </p:cNvSpPr>
          <p:nvPr>
            <p:ph type="ctrTitle"/>
          </p:nvPr>
        </p:nvSpPr>
        <p:spPr/>
        <p:txBody>
          <a:bodyPr/>
          <a:lstStyle/>
          <a:p>
            <a:pPr eaLnBrk="1" hangingPunct="1"/>
            <a:r>
              <a:rPr lang="lv-LV" altLang="en-US" dirty="0" err="1"/>
              <a:t>Arrays</a:t>
            </a:r>
            <a:endParaRPr lang="lv-LV"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7D892CFA-58C2-4C14-BBB6-EC894DEBDE1F}"/>
              </a:ext>
            </a:extLst>
          </p:cNvPr>
          <p:cNvSpPr>
            <a:spLocks noGrp="1" noChangeArrowheads="1"/>
          </p:cNvSpPr>
          <p:nvPr>
            <p:ph type="title"/>
          </p:nvPr>
        </p:nvSpPr>
        <p:spPr/>
        <p:txBody>
          <a:bodyPr/>
          <a:lstStyle/>
          <a:p>
            <a:pPr eaLnBrk="1" hangingPunct="1"/>
            <a:r>
              <a:rPr lang="lv-LV" altLang="en-US" dirty="0" err="1"/>
              <a:t>Arrays</a:t>
            </a:r>
            <a:endParaRPr lang="lv-LV" altLang="en-US" dirty="0"/>
          </a:p>
        </p:txBody>
      </p:sp>
      <p:sp>
        <p:nvSpPr>
          <p:cNvPr id="3075" name="Rectangle 3">
            <a:extLst>
              <a:ext uri="{FF2B5EF4-FFF2-40B4-BE49-F238E27FC236}">
                <a16:creationId xmlns:a16="http://schemas.microsoft.com/office/drawing/2014/main" id="{F456FD8F-7ECA-4CA7-A0C2-B0D56BD77D3F}"/>
              </a:ext>
            </a:extLst>
          </p:cNvPr>
          <p:cNvSpPr>
            <a:spLocks noGrp="1" noChangeArrowheads="1"/>
          </p:cNvSpPr>
          <p:nvPr>
            <p:ph type="body" idx="1"/>
          </p:nvPr>
        </p:nvSpPr>
        <p:spPr/>
        <p:txBody>
          <a:bodyPr/>
          <a:lstStyle/>
          <a:p>
            <a:pPr eaLnBrk="1" hangingPunct="1">
              <a:lnSpc>
                <a:spcPct val="90000"/>
              </a:lnSpc>
            </a:pPr>
            <a:r>
              <a:rPr lang="en-US" altLang="en-US" dirty="0"/>
              <a:t>Array – the structure of an identical data type that stored in a continuous memory area.
</a:t>
            </a:r>
            <a:r>
              <a:rPr lang="lv-LV" altLang="en-US" dirty="0" err="1"/>
              <a:t>Array</a:t>
            </a:r>
            <a:r>
              <a:rPr lang="lv-LV" altLang="en-US" dirty="0"/>
              <a:t> </a:t>
            </a:r>
            <a:r>
              <a:rPr lang="lv-LV" altLang="en-US" dirty="0" err="1"/>
              <a:t>has</a:t>
            </a:r>
            <a:r>
              <a:rPr lang="lv-LV" altLang="en-US" dirty="0"/>
              <a:t> a </a:t>
            </a:r>
            <a:r>
              <a:rPr lang="lv-LV" altLang="en-US" dirty="0" err="1"/>
              <a:t>size</a:t>
            </a:r>
            <a:r>
              <a:rPr lang="lv-LV" altLang="en-US" dirty="0"/>
              <a:t> – </a:t>
            </a:r>
            <a:r>
              <a:rPr lang="en-US" altLang="en-US" dirty="0"/>
              <a:t>number of array elements</a:t>
            </a:r>
            <a:r>
              <a:rPr lang="lv-LV" altLang="en-US" dirty="0"/>
              <a:t>.</a:t>
            </a:r>
          </a:p>
          <a:p>
            <a:pPr eaLnBrk="1" hangingPunct="1">
              <a:lnSpc>
                <a:spcPct val="90000"/>
              </a:lnSpc>
            </a:pPr>
            <a:r>
              <a:rPr lang="en-US" altLang="en-US" dirty="0"/>
              <a:t>Each array element has its own number </a:t>
            </a:r>
            <a:r>
              <a:rPr lang="lv-LV" altLang="en-US" dirty="0"/>
              <a:t>-</a:t>
            </a:r>
            <a:r>
              <a:rPr lang="en-US" altLang="en-US" dirty="0"/>
              <a:t> also called by index</a:t>
            </a:r>
            <a:r>
              <a:rPr lang="lv-LV" altLang="en-US" dirty="0"/>
              <a:t>.</a:t>
            </a:r>
          </a:p>
          <a:p>
            <a:pPr eaLnBrk="1" hangingPunct="1">
              <a:lnSpc>
                <a:spcPct val="90000"/>
              </a:lnSpc>
            </a:pPr>
            <a:r>
              <a:rPr lang="en-US" altLang="en-US" dirty="0"/>
              <a:t>In C++, element numbering starts </a:t>
            </a:r>
            <a:r>
              <a:rPr lang="lv-LV" altLang="en-US" dirty="0" err="1"/>
              <a:t>from</a:t>
            </a:r>
            <a:r>
              <a:rPr lang="en-US" altLang="en-US" dirty="0"/>
              <a:t> 0, so the last array element number is smaller</a:t>
            </a:r>
            <a:r>
              <a:rPr lang="lv-LV" altLang="en-US" dirty="0"/>
              <a:t> </a:t>
            </a:r>
            <a:r>
              <a:rPr lang="lv-LV" altLang="en-US" dirty="0" err="1"/>
              <a:t>by</a:t>
            </a:r>
            <a:r>
              <a:rPr lang="lv-LV" altLang="en-US" dirty="0"/>
              <a:t> 1</a:t>
            </a:r>
            <a:r>
              <a:rPr lang="en-US" altLang="en-US" dirty="0"/>
              <a:t> than the array size.</a:t>
            </a:r>
            <a:endParaRPr lang="lv-LV"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7FCAD49D-6023-43CE-98AF-8FCCEA257A19}"/>
              </a:ext>
            </a:extLst>
          </p:cNvPr>
          <p:cNvSpPr>
            <a:spLocks noGrp="1" noChangeArrowheads="1"/>
          </p:cNvSpPr>
          <p:nvPr>
            <p:ph type="title"/>
          </p:nvPr>
        </p:nvSpPr>
        <p:spPr/>
        <p:txBody>
          <a:bodyPr/>
          <a:lstStyle/>
          <a:p>
            <a:pPr eaLnBrk="1" hangingPunct="1"/>
            <a:r>
              <a:rPr lang="en-US" altLang="en-US" dirty="0"/>
              <a:t>Array definition</a:t>
            </a:r>
            <a:endParaRPr lang="lv-LV" altLang="en-US" dirty="0"/>
          </a:p>
        </p:txBody>
      </p:sp>
      <p:sp>
        <p:nvSpPr>
          <p:cNvPr id="4099" name="Rectangle 3">
            <a:extLst>
              <a:ext uri="{FF2B5EF4-FFF2-40B4-BE49-F238E27FC236}">
                <a16:creationId xmlns:a16="http://schemas.microsoft.com/office/drawing/2014/main" id="{BF570B74-9CF2-40A8-8C53-6253E9C8CFB7}"/>
              </a:ext>
            </a:extLst>
          </p:cNvPr>
          <p:cNvSpPr>
            <a:spLocks noGrp="1" noChangeArrowheads="1"/>
          </p:cNvSpPr>
          <p:nvPr>
            <p:ph type="body" idx="1"/>
          </p:nvPr>
        </p:nvSpPr>
        <p:spPr>
          <a:xfrm>
            <a:off x="323850" y="1557338"/>
            <a:ext cx="8640763" cy="4967287"/>
          </a:xfrm>
        </p:spPr>
        <p:txBody>
          <a:bodyPr/>
          <a:lstStyle/>
          <a:p>
            <a:pPr eaLnBrk="1" hangingPunct="1">
              <a:lnSpc>
                <a:spcPct val="90000"/>
              </a:lnSpc>
              <a:buFontTx/>
              <a:buNone/>
            </a:pPr>
            <a:r>
              <a:rPr lang="en-US" altLang="en-US" sz="2400" dirty="0"/>
              <a:t>Array in C++ language can be defined as follows</a:t>
            </a:r>
            <a:r>
              <a:rPr lang="lv-LV" altLang="en-US" sz="2400" dirty="0"/>
              <a:t>:</a:t>
            </a:r>
          </a:p>
          <a:p>
            <a:pPr eaLnBrk="1" hangingPunct="1">
              <a:lnSpc>
                <a:spcPct val="90000"/>
              </a:lnSpc>
              <a:buFontTx/>
              <a:buNone/>
            </a:pPr>
            <a:r>
              <a:rPr lang="lv-LV" altLang="en-US" sz="2000" dirty="0">
                <a:latin typeface="Courier New" panose="02070309020205020404" pitchFamily="49" charset="0"/>
              </a:rPr>
              <a:t>	</a:t>
            </a:r>
            <a:r>
              <a:rPr lang="lv-LV" altLang="en-US" sz="2000" dirty="0" err="1">
                <a:latin typeface="Courier New" panose="02070309020205020404" pitchFamily="49" charset="0"/>
              </a:rPr>
              <a:t>element_t</a:t>
            </a:r>
            <a:r>
              <a:rPr lang="en-US" altLang="en-US" sz="2000" dirty="0" err="1">
                <a:latin typeface="Courier New" panose="02070309020205020404" pitchFamily="49" charset="0"/>
              </a:rPr>
              <a:t>ype</a:t>
            </a:r>
            <a:r>
              <a:rPr lang="lv-LV" altLang="en-US" sz="2000" dirty="0">
                <a:latin typeface="Courier New" panose="02070309020205020404" pitchFamily="49" charset="0"/>
              </a:rPr>
              <a:t> </a:t>
            </a:r>
            <a:r>
              <a:rPr lang="en-US" altLang="en-US" sz="2000" dirty="0" err="1">
                <a:latin typeface="Courier New" panose="02070309020205020404" pitchFamily="49" charset="0"/>
              </a:rPr>
              <a:t>array_name</a:t>
            </a:r>
            <a:r>
              <a:rPr lang="lv-LV" altLang="en-US" sz="2000" dirty="0">
                <a:latin typeface="Courier New" panose="02070309020205020404" pitchFamily="49" charset="0"/>
              </a:rPr>
              <a:t>[</a:t>
            </a:r>
            <a:r>
              <a:rPr lang="en-US" altLang="en-US" sz="2000" dirty="0">
                <a:latin typeface="Courier New" panose="02070309020205020404" pitchFamily="49" charset="0"/>
              </a:rPr>
              <a:t>size</a:t>
            </a:r>
            <a:r>
              <a:rPr lang="lv-LV" altLang="en-US" sz="2000" dirty="0">
                <a:latin typeface="Courier New" panose="02070309020205020404" pitchFamily="49" charset="0"/>
              </a:rPr>
              <a:t>];</a:t>
            </a:r>
          </a:p>
          <a:p>
            <a:pPr eaLnBrk="1" hangingPunct="1">
              <a:lnSpc>
                <a:spcPct val="90000"/>
              </a:lnSpc>
              <a:buFontTx/>
              <a:buNone/>
            </a:pPr>
            <a:r>
              <a:rPr lang="en-US" altLang="en-US" sz="2400" dirty="0"/>
              <a:t>w</a:t>
            </a:r>
            <a:r>
              <a:rPr lang="lv-LV" altLang="en-US" sz="2400" dirty="0" err="1"/>
              <a:t>here</a:t>
            </a:r>
            <a:r>
              <a:rPr lang="lv-LV" altLang="en-US" sz="2400" dirty="0"/>
              <a:t>:</a:t>
            </a:r>
          </a:p>
          <a:p>
            <a:pPr eaLnBrk="1" hangingPunct="1">
              <a:lnSpc>
                <a:spcPct val="90000"/>
              </a:lnSpc>
            </a:pPr>
            <a:r>
              <a:rPr lang="lv-LV" altLang="en-US" sz="2000" dirty="0" err="1">
                <a:latin typeface="Courier New" panose="02070309020205020404" pitchFamily="49" charset="0"/>
              </a:rPr>
              <a:t>element_t</a:t>
            </a:r>
            <a:r>
              <a:rPr lang="en-US" altLang="en-US" sz="2000" dirty="0" err="1">
                <a:latin typeface="Courier New" panose="02070309020205020404" pitchFamily="49" charset="0"/>
              </a:rPr>
              <a:t>ype</a:t>
            </a:r>
            <a:r>
              <a:rPr lang="en-US" altLang="en-US" sz="2000" dirty="0">
                <a:latin typeface="Courier New" panose="02070309020205020404" pitchFamily="49" charset="0"/>
              </a:rPr>
              <a:t> </a:t>
            </a:r>
            <a:r>
              <a:rPr lang="lv-LV" altLang="en-US" sz="2400" dirty="0"/>
              <a:t>— </a:t>
            </a:r>
            <a:r>
              <a:rPr lang="en-US" altLang="en-US" sz="2400" dirty="0"/>
              <a:t>any C++ data type of array elements such as int, double, and so on.
</a:t>
            </a:r>
            <a:r>
              <a:rPr lang="en-US" altLang="en-US" sz="2000" dirty="0" err="1">
                <a:latin typeface="Courier New" panose="02070309020205020404" pitchFamily="49" charset="0"/>
              </a:rPr>
              <a:t>array_name</a:t>
            </a:r>
            <a:r>
              <a:rPr lang="lv-LV" altLang="en-US" sz="2000" dirty="0">
                <a:latin typeface="Courier New" panose="02070309020205020404" pitchFamily="49" charset="0"/>
              </a:rPr>
              <a:t> </a:t>
            </a:r>
            <a:r>
              <a:rPr lang="lv-LV" altLang="en-US" sz="2000" dirty="0"/>
              <a:t>– </a:t>
            </a:r>
            <a:r>
              <a:rPr lang="en-US" altLang="en-US" sz="2400" dirty="0"/>
              <a:t>a</a:t>
            </a:r>
            <a:r>
              <a:rPr lang="lv-LV" altLang="en-US" sz="2400" dirty="0" err="1"/>
              <a:t>rray</a:t>
            </a:r>
            <a:r>
              <a:rPr lang="lv-LV" altLang="en-US" sz="2400" dirty="0"/>
              <a:t> </a:t>
            </a:r>
            <a:r>
              <a:rPr lang="lv-LV" altLang="en-US" sz="2400" dirty="0" err="1"/>
              <a:t>name</a:t>
            </a:r>
            <a:r>
              <a:rPr lang="lv-LV" altLang="en-US" sz="2400" dirty="0"/>
              <a:t>;</a:t>
            </a:r>
          </a:p>
          <a:p>
            <a:pPr eaLnBrk="1" hangingPunct="1">
              <a:lnSpc>
                <a:spcPct val="90000"/>
              </a:lnSpc>
            </a:pPr>
            <a:r>
              <a:rPr lang="en-US" altLang="en-US" sz="2000" dirty="0">
                <a:latin typeface="Courier New" panose="02070309020205020404" pitchFamily="49" charset="0"/>
              </a:rPr>
              <a:t>size</a:t>
            </a:r>
            <a:r>
              <a:rPr lang="lv-LV" altLang="en-US" sz="2400" dirty="0"/>
              <a:t> – </a:t>
            </a:r>
            <a:r>
              <a:rPr lang="en-US" altLang="en-US" sz="2400" dirty="0"/>
              <a:t>n</a:t>
            </a:r>
            <a:r>
              <a:rPr lang="lv-LV" altLang="en-US" sz="2400" dirty="0" err="1"/>
              <a:t>umber</a:t>
            </a:r>
            <a:r>
              <a:rPr lang="lv-LV" altLang="en-US" sz="2400" dirty="0"/>
              <a:t> </a:t>
            </a:r>
            <a:r>
              <a:rPr lang="lv-LV" altLang="en-US" sz="2400" dirty="0" err="1"/>
              <a:t>of</a:t>
            </a:r>
            <a:r>
              <a:rPr lang="lv-LV" altLang="en-US" sz="2400" dirty="0"/>
              <a:t> </a:t>
            </a:r>
            <a:r>
              <a:rPr lang="en-US" altLang="en-US" sz="2400" dirty="0"/>
              <a:t>elements</a:t>
            </a:r>
            <a:r>
              <a:rPr lang="lv-LV" altLang="en-US" sz="2400" dirty="0"/>
              <a:t>.</a:t>
            </a:r>
          </a:p>
          <a:p>
            <a:pPr eaLnBrk="1" hangingPunct="1">
              <a:lnSpc>
                <a:spcPct val="90000"/>
              </a:lnSpc>
              <a:buFontTx/>
              <a:buNone/>
            </a:pPr>
            <a:endParaRPr lang="lv-LV" altLang="en-US" sz="2400" dirty="0"/>
          </a:p>
          <a:p>
            <a:pPr eaLnBrk="1" hangingPunct="1">
              <a:lnSpc>
                <a:spcPct val="90000"/>
              </a:lnSpc>
              <a:buFontTx/>
              <a:buNone/>
            </a:pPr>
            <a:r>
              <a:rPr lang="en-US" altLang="en-US" sz="2400" dirty="0"/>
              <a:t>You can use array element as follows</a:t>
            </a:r>
            <a:r>
              <a:rPr lang="lv-LV" altLang="en-US" sz="2400" dirty="0"/>
              <a:t>:</a:t>
            </a:r>
          </a:p>
          <a:p>
            <a:pPr eaLnBrk="1" hangingPunct="1">
              <a:lnSpc>
                <a:spcPct val="90000"/>
              </a:lnSpc>
              <a:buFontTx/>
              <a:buNone/>
            </a:pPr>
            <a:r>
              <a:rPr lang="en-US" altLang="en-US" sz="2000" dirty="0" err="1">
                <a:latin typeface="Courier New" panose="02070309020205020404" pitchFamily="49" charset="0"/>
              </a:rPr>
              <a:t>array_name</a:t>
            </a:r>
            <a:r>
              <a:rPr lang="lv-LV" altLang="en-US" sz="2000" dirty="0">
                <a:latin typeface="Courier New" panose="02070309020205020404" pitchFamily="49" charset="0"/>
              </a:rPr>
              <a:t>[</a:t>
            </a:r>
            <a:r>
              <a:rPr lang="en-US" altLang="en-US" sz="2000" dirty="0">
                <a:latin typeface="Courier New" panose="02070309020205020404" pitchFamily="49" charset="0"/>
              </a:rPr>
              <a:t>size</a:t>
            </a:r>
            <a:r>
              <a:rPr lang="lv-LV" altLang="en-US" sz="2000" dirty="0">
                <a:latin typeface="Courier New" panose="02070309020205020404" pitchFamily="49" charset="0"/>
              </a:rPr>
              <a:t>]</a:t>
            </a:r>
          </a:p>
          <a:p>
            <a:pPr eaLnBrk="1" hangingPunct="1">
              <a:lnSpc>
                <a:spcPct val="90000"/>
              </a:lnSpc>
              <a:buFontTx/>
              <a:buNone/>
            </a:pPr>
            <a:r>
              <a:rPr lang="en-US" altLang="en-US" sz="2400" dirty="0"/>
              <a:t>For example, if an array was defined as </a:t>
            </a:r>
            <a:r>
              <a:rPr lang="lv-LV" altLang="en-US" sz="2000" dirty="0" err="1">
                <a:latin typeface="Courier New" panose="02070309020205020404" pitchFamily="49" charset="0"/>
              </a:rPr>
              <a:t>double</a:t>
            </a:r>
            <a:r>
              <a:rPr lang="lv-LV" altLang="en-US" sz="2000" dirty="0">
                <a:latin typeface="Courier New" panose="02070309020205020404" pitchFamily="49" charset="0"/>
              </a:rPr>
              <a:t> A[5]; -</a:t>
            </a:r>
          </a:p>
          <a:p>
            <a:pPr eaLnBrk="1" hangingPunct="1">
              <a:lnSpc>
                <a:spcPct val="90000"/>
              </a:lnSpc>
              <a:buFontTx/>
              <a:buNone/>
            </a:pPr>
            <a:r>
              <a:rPr lang="en-US" altLang="en-US" sz="2400" dirty="0"/>
              <a:t>there will be</a:t>
            </a:r>
            <a:r>
              <a:rPr lang="lv-LV" altLang="en-US" sz="2400" dirty="0"/>
              <a:t> 5 </a:t>
            </a:r>
            <a:r>
              <a:rPr lang="lv-LV" altLang="en-US" sz="2000" dirty="0" err="1">
                <a:latin typeface="Courier New" panose="02070309020205020404" pitchFamily="49" charset="0"/>
              </a:rPr>
              <a:t>double</a:t>
            </a:r>
            <a:r>
              <a:rPr lang="lv-LV" altLang="en-US" sz="2400" dirty="0"/>
              <a:t> </a:t>
            </a:r>
            <a:r>
              <a:rPr lang="en-US" altLang="en-US" sz="2400" dirty="0"/>
              <a:t>type elements created</a:t>
            </a:r>
            <a:r>
              <a:rPr lang="lv-LV" altLang="en-US" sz="2400" dirty="0"/>
              <a:t>:</a:t>
            </a:r>
          </a:p>
          <a:p>
            <a:pPr eaLnBrk="1" hangingPunct="1">
              <a:lnSpc>
                <a:spcPct val="90000"/>
              </a:lnSpc>
              <a:buFontTx/>
              <a:buNone/>
            </a:pPr>
            <a:r>
              <a:rPr lang="lv-LV" altLang="en-US" sz="2000" dirty="0">
                <a:latin typeface="Courier New" panose="02070309020205020404" pitchFamily="49" charset="0"/>
              </a:rPr>
              <a:t>A[0], A[1], A[2], A[3], A[4].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49DF2CA-14BA-4B29-975B-921A76BF98A9}"/>
              </a:ext>
            </a:extLst>
          </p:cNvPr>
          <p:cNvSpPr>
            <a:spLocks noGrp="1" noChangeArrowheads="1"/>
          </p:cNvSpPr>
          <p:nvPr>
            <p:ph type="title"/>
          </p:nvPr>
        </p:nvSpPr>
        <p:spPr>
          <a:xfrm>
            <a:off x="457200" y="84138"/>
            <a:ext cx="8229600" cy="1143000"/>
          </a:xfrm>
        </p:spPr>
        <p:txBody>
          <a:bodyPr/>
          <a:lstStyle/>
          <a:p>
            <a:pPr eaLnBrk="1" hangingPunct="1"/>
            <a:r>
              <a:rPr lang="lv-LV" altLang="en-US" dirty="0" err="1"/>
              <a:t>Arrays</a:t>
            </a:r>
            <a:r>
              <a:rPr lang="en-US" altLang="en-US" dirty="0"/>
              <a:t> - e</a:t>
            </a:r>
            <a:r>
              <a:rPr lang="lv-LV" altLang="en-US" dirty="0" err="1"/>
              <a:t>xample</a:t>
            </a:r>
            <a:endParaRPr lang="lv-LV" altLang="en-US" dirty="0"/>
          </a:p>
        </p:txBody>
      </p:sp>
      <p:sp>
        <p:nvSpPr>
          <p:cNvPr id="5123" name="Rectangle 3">
            <a:extLst>
              <a:ext uri="{FF2B5EF4-FFF2-40B4-BE49-F238E27FC236}">
                <a16:creationId xmlns:a16="http://schemas.microsoft.com/office/drawing/2014/main" id="{8BD1F317-8DE5-449F-AF1D-680680A571EA}"/>
              </a:ext>
            </a:extLst>
          </p:cNvPr>
          <p:cNvSpPr>
            <a:spLocks noGrp="1" noChangeArrowheads="1"/>
          </p:cNvSpPr>
          <p:nvPr>
            <p:ph type="body" idx="1"/>
          </p:nvPr>
        </p:nvSpPr>
        <p:spPr>
          <a:xfrm>
            <a:off x="457200" y="1104900"/>
            <a:ext cx="8229600" cy="1323975"/>
          </a:xfrm>
        </p:spPr>
        <p:txBody>
          <a:bodyPr/>
          <a:lstStyle/>
          <a:p>
            <a:pPr eaLnBrk="1" hangingPunct="1">
              <a:buFontTx/>
              <a:buNone/>
            </a:pPr>
            <a:r>
              <a:rPr lang="en-US" altLang="en-US" dirty="0"/>
              <a:t>Fill an array with 10 random numbers in </a:t>
            </a:r>
            <a:r>
              <a:rPr lang="en-US" altLang="en-US"/>
              <a:t>
</a:t>
            </a:r>
            <a:r>
              <a:rPr lang="lv-LV" altLang="en-US"/>
              <a:t>a range</a:t>
            </a:r>
            <a:r>
              <a:rPr lang="en-US" altLang="en-US"/>
              <a:t> </a:t>
            </a:r>
            <a:r>
              <a:rPr lang="en-US" altLang="en-US" dirty="0"/>
              <a:t>[-0.5; 0.5] and output to screen</a:t>
            </a:r>
            <a:r>
              <a:rPr lang="lv-LV" altLang="en-US" dirty="0"/>
              <a:t>.</a:t>
            </a:r>
          </a:p>
        </p:txBody>
      </p:sp>
      <p:sp>
        <p:nvSpPr>
          <p:cNvPr id="5124" name="Text Box 4">
            <a:extLst>
              <a:ext uri="{FF2B5EF4-FFF2-40B4-BE49-F238E27FC236}">
                <a16:creationId xmlns:a16="http://schemas.microsoft.com/office/drawing/2014/main" id="{75F8520F-CE06-4489-BA94-0C763F7EBF2F}"/>
              </a:ext>
            </a:extLst>
          </p:cNvPr>
          <p:cNvSpPr txBox="1">
            <a:spLocks noChangeArrowheads="1"/>
          </p:cNvSpPr>
          <p:nvPr/>
        </p:nvSpPr>
        <p:spPr bwMode="auto">
          <a:xfrm>
            <a:off x="519113" y="2317750"/>
            <a:ext cx="6680200" cy="4495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Clr>
                <a:srgbClr val="0000FF"/>
              </a:buClr>
              <a:buFontTx/>
              <a:buAutoNum type="arabicPeriod"/>
            </a:pPr>
            <a:r>
              <a:rPr lang="lv-LV" altLang="en-US">
                <a:latin typeface="Courier New" panose="02070309020205020404" pitchFamily="49" charset="0"/>
              </a:rPr>
              <a:t>int main()</a:t>
            </a:r>
          </a:p>
          <a:p>
            <a:pPr eaLnBrk="1" hangingPunct="1">
              <a:buClr>
                <a:srgbClr val="0000FF"/>
              </a:buClr>
              <a:buFontTx/>
              <a:buAutoNum type="arabicPeriod"/>
            </a:pPr>
            <a:r>
              <a:rPr lang="lv-LV" altLang="en-US">
                <a:latin typeface="Courier New" panose="02070309020205020404" pitchFamily="49" charset="0"/>
              </a:rPr>
              <a:t>{</a:t>
            </a:r>
          </a:p>
          <a:p>
            <a:pPr eaLnBrk="1" hangingPunct="1">
              <a:buClr>
                <a:srgbClr val="0000FF"/>
              </a:buClr>
              <a:buFontTx/>
              <a:buAutoNum type="arabicPeriod"/>
            </a:pPr>
            <a:r>
              <a:rPr lang="lv-LV" altLang="en-US">
                <a:latin typeface="Courier New" panose="02070309020205020404" pitchFamily="49" charset="0"/>
              </a:rPr>
              <a:t>    const int N = 10;</a:t>
            </a:r>
          </a:p>
          <a:p>
            <a:pPr eaLnBrk="1" hangingPunct="1">
              <a:buClr>
                <a:srgbClr val="0000FF"/>
              </a:buClr>
              <a:buFontTx/>
              <a:buAutoNum type="arabicPeriod"/>
            </a:pPr>
            <a:r>
              <a:rPr lang="lv-LV" altLang="en-US">
                <a:latin typeface="Courier New" panose="02070309020205020404" pitchFamily="49" charset="0"/>
              </a:rPr>
              <a:t>    double a[N];</a:t>
            </a:r>
          </a:p>
          <a:p>
            <a:pPr eaLnBrk="1" hangingPunct="1">
              <a:buClr>
                <a:srgbClr val="0000FF"/>
              </a:buClr>
              <a:buFontTx/>
              <a:buAutoNum type="arabicPeriod"/>
            </a:pPr>
            <a:r>
              <a:rPr lang="lv-LV" altLang="en-US">
                <a:latin typeface="Courier New" panose="02070309020205020404" pitchFamily="49" charset="0"/>
              </a:rPr>
              <a:t>    time_t t;</a:t>
            </a:r>
          </a:p>
          <a:p>
            <a:pPr eaLnBrk="1" hangingPunct="1">
              <a:buClr>
                <a:srgbClr val="0000FF"/>
              </a:buClr>
              <a:buFontTx/>
              <a:buAutoNum type="arabicPeriod"/>
            </a:pPr>
            <a:r>
              <a:rPr lang="lv-LV" altLang="en-US">
                <a:latin typeface="Courier New" panose="02070309020205020404" pitchFamily="49" charset="0"/>
              </a:rPr>
              <a:t>    srand((unsigned) time(&amp;t));</a:t>
            </a:r>
          </a:p>
          <a:p>
            <a:pPr eaLnBrk="1" hangingPunct="1">
              <a:buClr>
                <a:srgbClr val="0000FF"/>
              </a:buClr>
              <a:buFontTx/>
              <a:buAutoNum type="arabicPeriod"/>
            </a:pPr>
            <a:r>
              <a:rPr lang="lv-LV" altLang="en-US">
                <a:latin typeface="Courier New" panose="02070309020205020404" pitchFamily="49" charset="0"/>
              </a:rPr>
              <a:t>    </a:t>
            </a:r>
          </a:p>
          <a:p>
            <a:pPr eaLnBrk="1" hangingPunct="1">
              <a:buClr>
                <a:srgbClr val="0000FF"/>
              </a:buClr>
              <a:buFontTx/>
              <a:buAutoNum type="arabicPeriod"/>
            </a:pPr>
            <a:r>
              <a:rPr lang="lv-LV" altLang="en-US">
                <a:latin typeface="Courier New" panose="02070309020205020404" pitchFamily="49" charset="0"/>
              </a:rPr>
              <a:t>    for(int i=0;i&lt;N;++i)</a:t>
            </a:r>
          </a:p>
          <a:p>
            <a:pPr eaLnBrk="1" hangingPunct="1">
              <a:buClr>
                <a:srgbClr val="0000FF"/>
              </a:buClr>
              <a:buFontTx/>
              <a:buAutoNum type="arabicPeriod"/>
            </a:pPr>
            <a:r>
              <a:rPr lang="lv-LV" altLang="en-US">
                <a:latin typeface="Courier New" panose="02070309020205020404" pitchFamily="49" charset="0"/>
              </a:rPr>
              <a:t>        a[i] = rand()/(double)RAND_MAX - 0.5;</a:t>
            </a:r>
          </a:p>
          <a:p>
            <a:pPr eaLnBrk="1" hangingPunct="1">
              <a:buClr>
                <a:srgbClr val="0000FF"/>
              </a:buClr>
              <a:buFontTx/>
              <a:buAutoNum type="arabicPeriod"/>
            </a:pPr>
            <a:r>
              <a:rPr lang="lv-LV" altLang="en-US">
                <a:latin typeface="Courier New" panose="02070309020205020404" pitchFamily="49" charset="0"/>
              </a:rPr>
              <a:t>        </a:t>
            </a:r>
          </a:p>
          <a:p>
            <a:pPr eaLnBrk="1" hangingPunct="1">
              <a:buClr>
                <a:srgbClr val="0000FF"/>
              </a:buClr>
              <a:buFontTx/>
              <a:buAutoNum type="arabicPeriod"/>
            </a:pPr>
            <a:r>
              <a:rPr lang="lv-LV" altLang="en-US">
                <a:latin typeface="Courier New" panose="02070309020205020404" pitchFamily="49" charset="0"/>
              </a:rPr>
              <a:t>    for(int i=0;i&lt;N;++i)</a:t>
            </a:r>
          </a:p>
          <a:p>
            <a:pPr eaLnBrk="1" hangingPunct="1">
              <a:buClr>
                <a:srgbClr val="0000FF"/>
              </a:buClr>
              <a:buFontTx/>
              <a:buAutoNum type="arabicPeriod"/>
            </a:pPr>
            <a:r>
              <a:rPr lang="lv-LV" altLang="en-US">
                <a:latin typeface="Courier New" panose="02070309020205020404" pitchFamily="49" charset="0"/>
              </a:rPr>
              <a:t>        cout &lt;&lt; i &lt;&lt; “: " &lt;&lt; a[i] &lt;&lt; endl;</a:t>
            </a:r>
          </a:p>
          <a:p>
            <a:pPr eaLnBrk="1" hangingPunct="1">
              <a:buClr>
                <a:srgbClr val="0000FF"/>
              </a:buClr>
              <a:buFontTx/>
              <a:buAutoNum type="arabicPeriod"/>
            </a:pPr>
            <a:r>
              <a:rPr lang="lv-LV" altLang="en-US">
                <a:latin typeface="Courier New" panose="02070309020205020404" pitchFamily="49" charset="0"/>
              </a:rPr>
              <a:t>        </a:t>
            </a:r>
          </a:p>
          <a:p>
            <a:pPr eaLnBrk="1" hangingPunct="1">
              <a:buClr>
                <a:srgbClr val="0000FF"/>
              </a:buClr>
              <a:buFontTx/>
              <a:buAutoNum type="arabicPeriod"/>
            </a:pPr>
            <a:r>
              <a:rPr lang="lv-LV" altLang="en-US">
                <a:latin typeface="Courier New" panose="02070309020205020404" pitchFamily="49" charset="0"/>
              </a:rPr>
              <a:t>    system("pause");</a:t>
            </a:r>
          </a:p>
          <a:p>
            <a:pPr eaLnBrk="1" hangingPunct="1">
              <a:buClr>
                <a:srgbClr val="0000FF"/>
              </a:buClr>
              <a:buFontTx/>
              <a:buAutoNum type="arabicPeriod"/>
            </a:pPr>
            <a:r>
              <a:rPr lang="lv-LV" altLang="en-US">
                <a:latin typeface="Courier New" panose="02070309020205020404" pitchFamily="49" charset="0"/>
              </a:rPr>
              <a:t>    return 0;</a:t>
            </a:r>
          </a:p>
          <a:p>
            <a:pPr eaLnBrk="1" hangingPunct="1">
              <a:buClr>
                <a:srgbClr val="0000FF"/>
              </a:buClr>
              <a:buFontTx/>
              <a:buAutoNum type="arabicPeriod"/>
            </a:pPr>
            <a:r>
              <a:rPr lang="lv-LV" altLang="en-US">
                <a:latin typeface="Courier New" panose="02070309020205020404" pitchFamily="49" charset="0"/>
              </a:rPr>
              <a:t>}</a:t>
            </a:r>
          </a:p>
        </p:txBody>
      </p:sp>
      <p:pic>
        <p:nvPicPr>
          <p:cNvPr id="5125" name="Picture 5">
            <a:extLst>
              <a:ext uri="{FF2B5EF4-FFF2-40B4-BE49-F238E27FC236}">
                <a16:creationId xmlns:a16="http://schemas.microsoft.com/office/drawing/2014/main" id="{2FD761CC-7375-450E-BC38-E17EA47E3F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1500" y="2708275"/>
            <a:ext cx="320992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BD89229-A4AF-4482-9112-1AF30735D1E5}"/>
              </a:ext>
            </a:extLst>
          </p:cNvPr>
          <p:cNvSpPr>
            <a:spLocks noGrp="1" noChangeArrowheads="1"/>
          </p:cNvSpPr>
          <p:nvPr>
            <p:ph type="title"/>
          </p:nvPr>
        </p:nvSpPr>
        <p:spPr/>
        <p:txBody>
          <a:bodyPr/>
          <a:lstStyle/>
          <a:p>
            <a:pPr eaLnBrk="1" hangingPunct="1"/>
            <a:r>
              <a:rPr lang="lv-LV" altLang="en-US" dirty="0" err="1"/>
              <a:t>Array</a:t>
            </a:r>
            <a:r>
              <a:rPr lang="lv-LV" altLang="en-US" dirty="0"/>
              <a:t> </a:t>
            </a:r>
            <a:r>
              <a:rPr lang="lv-LV" altLang="en-US" dirty="0" err="1"/>
              <a:t>initialization</a:t>
            </a:r>
            <a:endParaRPr lang="lv-LV" altLang="en-US" dirty="0"/>
          </a:p>
        </p:txBody>
      </p:sp>
      <p:sp>
        <p:nvSpPr>
          <p:cNvPr id="6147" name="Rectangle 3">
            <a:extLst>
              <a:ext uri="{FF2B5EF4-FFF2-40B4-BE49-F238E27FC236}">
                <a16:creationId xmlns:a16="http://schemas.microsoft.com/office/drawing/2014/main" id="{50173EB1-9E65-4781-91B2-F90D0C348062}"/>
              </a:ext>
            </a:extLst>
          </p:cNvPr>
          <p:cNvSpPr>
            <a:spLocks noGrp="1" noChangeArrowheads="1"/>
          </p:cNvSpPr>
          <p:nvPr>
            <p:ph type="body" idx="1"/>
          </p:nvPr>
        </p:nvSpPr>
        <p:spPr>
          <a:xfrm>
            <a:off x="323528" y="1628775"/>
            <a:ext cx="8374385" cy="4824413"/>
          </a:xfrm>
        </p:spPr>
        <p:txBody>
          <a:bodyPr/>
          <a:lstStyle/>
          <a:p>
            <a:pPr marL="609600" indent="-609600" eaLnBrk="1" hangingPunct="1">
              <a:lnSpc>
                <a:spcPct val="90000"/>
              </a:lnSpc>
              <a:buFontTx/>
              <a:buNone/>
            </a:pPr>
            <a:r>
              <a:rPr lang="en-US" altLang="en-US" dirty="0"/>
              <a:t>Arrays can be initialized </a:t>
            </a:r>
            <a:r>
              <a:rPr lang="lv-LV" altLang="en-US" dirty="0" err="1"/>
              <a:t>along</a:t>
            </a:r>
            <a:r>
              <a:rPr lang="lv-LV" altLang="en-US" dirty="0"/>
              <a:t> </a:t>
            </a:r>
            <a:r>
              <a:rPr lang="lv-LV" altLang="en-US" dirty="0" err="1"/>
              <a:t>with</a:t>
            </a:r>
            <a:r>
              <a:rPr lang="lv-LV" altLang="en-US" dirty="0"/>
              <a:t> </a:t>
            </a:r>
            <a:r>
              <a:rPr lang="en-US" altLang="en-US" dirty="0"/>
              <a:t>definition.</a:t>
            </a:r>
            <a:endParaRPr lang="lv-LV" altLang="en-US" sz="2400" dirty="0">
              <a:latin typeface="Courier New" panose="02070309020205020404" pitchFamily="49" charset="0"/>
            </a:endParaRPr>
          </a:p>
          <a:p>
            <a:pPr marL="609600" indent="-609600" eaLnBrk="1" hangingPunct="1">
              <a:lnSpc>
                <a:spcPct val="90000"/>
              </a:lnSpc>
              <a:buClr>
                <a:srgbClr val="0000FF"/>
              </a:buClr>
              <a:buFontTx/>
              <a:buAutoNum type="arabicPeriod"/>
            </a:pPr>
            <a:r>
              <a:rPr lang="lv-LV" altLang="en-US" sz="2400" dirty="0" err="1">
                <a:latin typeface="Courier New" panose="02070309020205020404" pitchFamily="49" charset="0"/>
              </a:rPr>
              <a:t>int</a:t>
            </a:r>
            <a:r>
              <a:rPr lang="lv-LV" altLang="en-US" sz="2400" dirty="0">
                <a:latin typeface="Courier New" panose="02070309020205020404" pitchFamily="49" charset="0"/>
              </a:rPr>
              <a:t> </a:t>
            </a:r>
            <a:r>
              <a:rPr lang="en-US" altLang="en-US" sz="2400" dirty="0" err="1">
                <a:latin typeface="Courier New" panose="02070309020205020404" pitchFamily="49" charset="0"/>
              </a:rPr>
              <a:t>leap_year</a:t>
            </a:r>
            <a:r>
              <a:rPr lang="lv-LV" altLang="en-US" sz="2400" dirty="0">
                <a:latin typeface="Courier New" panose="02070309020205020404" pitchFamily="49" charset="0"/>
              </a:rPr>
              <a:t>[12] =</a:t>
            </a:r>
          </a:p>
          <a:p>
            <a:pPr marL="609600" indent="-609600" eaLnBrk="1" hangingPunct="1">
              <a:lnSpc>
                <a:spcPct val="90000"/>
              </a:lnSpc>
              <a:buClr>
                <a:srgbClr val="0000FF"/>
              </a:buClr>
              <a:buFontTx/>
              <a:buAutoNum type="arabicPeriod"/>
            </a:pPr>
            <a:r>
              <a:rPr lang="lv-LV" altLang="en-US" sz="2400" dirty="0">
                <a:latin typeface="Courier New" panose="02070309020205020404" pitchFamily="49" charset="0"/>
              </a:rPr>
              <a:t>{</a:t>
            </a:r>
          </a:p>
          <a:p>
            <a:pPr marL="609600" indent="-609600" eaLnBrk="1" hangingPunct="1">
              <a:lnSpc>
                <a:spcPct val="90000"/>
              </a:lnSpc>
              <a:buClr>
                <a:srgbClr val="0000FF"/>
              </a:buClr>
              <a:buFontTx/>
              <a:buAutoNum type="arabicPeriod"/>
            </a:pPr>
            <a:r>
              <a:rPr lang="lv-LV" altLang="en-US" sz="2400" dirty="0">
                <a:latin typeface="Courier New" panose="02070309020205020404" pitchFamily="49" charset="0"/>
              </a:rPr>
              <a:t>31,29,31,30,31,30,31,31,30,31,30,31</a:t>
            </a:r>
          </a:p>
          <a:p>
            <a:pPr marL="609600" indent="-609600" eaLnBrk="1" hangingPunct="1">
              <a:lnSpc>
                <a:spcPct val="90000"/>
              </a:lnSpc>
              <a:buClr>
                <a:srgbClr val="0000FF"/>
              </a:buClr>
              <a:buFontTx/>
              <a:buAutoNum type="arabicPeriod"/>
            </a:pPr>
            <a:r>
              <a:rPr lang="lv-LV" altLang="en-US" sz="2400" dirty="0">
                <a:latin typeface="Courier New" panose="02070309020205020404" pitchFamily="49" charset="0"/>
              </a:rPr>
              <a:t>};</a:t>
            </a:r>
          </a:p>
          <a:p>
            <a:pPr marL="609600" indent="-609600" eaLnBrk="1" hangingPunct="1">
              <a:lnSpc>
                <a:spcPct val="90000"/>
              </a:lnSpc>
              <a:buClr>
                <a:srgbClr val="0000FF"/>
              </a:buClr>
              <a:buFontTx/>
              <a:buNone/>
            </a:pPr>
            <a:r>
              <a:rPr lang="en-US" altLang="en-US" dirty="0"/>
              <a:t>or</a:t>
            </a:r>
            <a:endParaRPr lang="lv-LV" altLang="en-US" dirty="0"/>
          </a:p>
          <a:p>
            <a:pPr marL="609600" indent="-609600" eaLnBrk="1" hangingPunct="1">
              <a:lnSpc>
                <a:spcPct val="90000"/>
              </a:lnSpc>
              <a:buClr>
                <a:srgbClr val="0000FF"/>
              </a:buClr>
              <a:buFontTx/>
              <a:buAutoNum type="arabicPeriod"/>
            </a:pPr>
            <a:r>
              <a:rPr lang="en-US" altLang="en-US" sz="2400" dirty="0">
                <a:latin typeface="Courier New" panose="02070309020205020404" pitchFamily="49" charset="0"/>
              </a:rPr>
              <a:t>const int months = 12;</a:t>
            </a:r>
          </a:p>
          <a:p>
            <a:pPr marL="609600" indent="-609600" eaLnBrk="1" hangingPunct="1">
              <a:lnSpc>
                <a:spcPct val="90000"/>
              </a:lnSpc>
              <a:buClr>
                <a:srgbClr val="0000FF"/>
              </a:buClr>
              <a:buFontTx/>
              <a:buAutoNum type="arabicPeriod"/>
            </a:pPr>
            <a:r>
              <a:rPr lang="en-US" altLang="en-US" sz="2400" dirty="0">
                <a:latin typeface="Courier New" panose="02070309020205020404" pitchFamily="49" charset="0"/>
              </a:rPr>
              <a:t>int </a:t>
            </a:r>
            <a:r>
              <a:rPr lang="en-US" altLang="en-US" sz="2400" dirty="0" err="1">
                <a:latin typeface="Courier New" panose="02070309020205020404" pitchFamily="49" charset="0"/>
              </a:rPr>
              <a:t>standard_year</a:t>
            </a:r>
            <a:r>
              <a:rPr lang="en-US" altLang="en-US" sz="2400" dirty="0">
                <a:latin typeface="Courier New" panose="02070309020205020404" pitchFamily="49" charset="0"/>
              </a:rPr>
              <a:t>[months] =</a:t>
            </a:r>
          </a:p>
          <a:p>
            <a:pPr marL="609600" indent="-609600" eaLnBrk="1" hangingPunct="1">
              <a:lnSpc>
                <a:spcPct val="90000"/>
              </a:lnSpc>
              <a:buClr>
                <a:srgbClr val="0000FF"/>
              </a:buClr>
              <a:buFontTx/>
              <a:buAutoNum type="arabicPeriod"/>
            </a:pPr>
            <a:r>
              <a:rPr lang="en-US" altLang="en-US" sz="2400" dirty="0">
                <a:latin typeface="Courier New" panose="02070309020205020404" pitchFamily="49" charset="0"/>
              </a:rPr>
              <a:t>{</a:t>
            </a:r>
          </a:p>
          <a:p>
            <a:pPr marL="609600" indent="-609600" eaLnBrk="1" hangingPunct="1">
              <a:lnSpc>
                <a:spcPct val="90000"/>
              </a:lnSpc>
              <a:buClr>
                <a:srgbClr val="0000FF"/>
              </a:buClr>
              <a:buFontTx/>
              <a:buAutoNum type="arabicPeriod"/>
            </a:pPr>
            <a:r>
              <a:rPr lang="en-US" altLang="en-US" sz="2400" dirty="0">
                <a:latin typeface="Courier New" panose="02070309020205020404" pitchFamily="49" charset="0"/>
              </a:rPr>
              <a:t>31,28,31,30,31,30,31,31,30,31,30,31</a:t>
            </a:r>
          </a:p>
          <a:p>
            <a:pPr marL="609600" indent="-609600" eaLnBrk="1" hangingPunct="1">
              <a:lnSpc>
                <a:spcPct val="90000"/>
              </a:lnSpc>
              <a:buClr>
                <a:srgbClr val="0000FF"/>
              </a:buClr>
              <a:buFontTx/>
              <a:buAutoNum type="arabicPeriod"/>
            </a:pPr>
            <a:r>
              <a:rPr lang="en-US" altLang="en-US" sz="2400" dirty="0">
                <a:latin typeface="Courier New" panose="02070309020205020404" pitchFamily="49" charset="0"/>
              </a:rPr>
              <a:t>};</a:t>
            </a:r>
            <a:endParaRPr lang="lv-LV" altLang="en-US" sz="2400" dirty="0">
              <a:latin typeface="Courier New" panose="02070309020205020404" pitchFamily="49"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A7B1022-8198-4F62-B760-FC6B93179E56}"/>
              </a:ext>
            </a:extLst>
          </p:cNvPr>
          <p:cNvSpPr>
            <a:spLocks noGrp="1" noChangeArrowheads="1"/>
          </p:cNvSpPr>
          <p:nvPr>
            <p:ph type="title"/>
          </p:nvPr>
        </p:nvSpPr>
        <p:spPr/>
        <p:txBody>
          <a:bodyPr/>
          <a:lstStyle/>
          <a:p>
            <a:pPr eaLnBrk="1" hangingPunct="1"/>
            <a:r>
              <a:rPr lang="en-US" altLang="en-US" dirty="0"/>
              <a:t>Practice</a:t>
            </a:r>
            <a:endParaRPr lang="lv-LV" altLang="en-US" dirty="0"/>
          </a:p>
        </p:txBody>
      </p:sp>
      <p:sp>
        <p:nvSpPr>
          <p:cNvPr id="7171" name="Rectangle 3">
            <a:extLst>
              <a:ext uri="{FF2B5EF4-FFF2-40B4-BE49-F238E27FC236}">
                <a16:creationId xmlns:a16="http://schemas.microsoft.com/office/drawing/2014/main" id="{6D37D68F-5DCC-4E66-9B90-0457AF5E1D11}"/>
              </a:ext>
            </a:extLst>
          </p:cNvPr>
          <p:cNvSpPr>
            <a:spLocks noGrp="1" noChangeArrowheads="1"/>
          </p:cNvSpPr>
          <p:nvPr>
            <p:ph type="body" idx="1"/>
          </p:nvPr>
        </p:nvSpPr>
        <p:spPr>
          <a:xfrm>
            <a:off x="457200" y="1600200"/>
            <a:ext cx="8229600" cy="4997450"/>
          </a:xfrm>
        </p:spPr>
        <p:txBody>
          <a:bodyPr/>
          <a:lstStyle/>
          <a:p>
            <a:pPr marL="609600" indent="-609600" eaLnBrk="1" hangingPunct="1">
              <a:lnSpc>
                <a:spcPct val="80000"/>
              </a:lnSpc>
              <a:buFontTx/>
              <a:buAutoNum type="arabicPeriod"/>
            </a:pPr>
            <a:r>
              <a:rPr lang="en-US" altLang="en-US" sz="2400" dirty="0"/>
              <a:t>Display all array elements with an even indexes.
Find the number of positive elements in an array.
Find the max array value.
Move the array elements to reverse order without using an additional array.
Move the array elements by one position to the right (0. becomes 1st, 1st becomes 2nd,..., the last becomes 0.).
The program requires an array containing N integers and outputs which values are more: positive or negative.
The program requires an array containing N integers, and outputs if there are an equal values.
Create an array that contains Fibonacci sequence first N numbers (1, 1, 2, 3, 5, 8, 13,...)</a:t>
            </a:r>
            <a:endParaRPr lang="lv-LV" alt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879987F-8DE6-4389-A1B6-602BAADA6B05}"/>
              </a:ext>
            </a:extLst>
          </p:cNvPr>
          <p:cNvSpPr>
            <a:spLocks noGrp="1" noChangeArrowheads="1"/>
          </p:cNvSpPr>
          <p:nvPr>
            <p:ph type="title"/>
          </p:nvPr>
        </p:nvSpPr>
        <p:spPr/>
        <p:txBody>
          <a:bodyPr/>
          <a:lstStyle/>
          <a:p>
            <a:pPr eaLnBrk="1" hangingPunct="1"/>
            <a:r>
              <a:rPr lang="lv-LV" altLang="en-US" dirty="0" err="1"/>
              <a:t>Multidimensional</a:t>
            </a:r>
            <a:r>
              <a:rPr lang="lv-LV" altLang="en-US" dirty="0"/>
              <a:t> </a:t>
            </a:r>
            <a:r>
              <a:rPr lang="lv-LV" altLang="en-US" dirty="0" err="1"/>
              <a:t>arrays</a:t>
            </a:r>
            <a:endParaRPr lang="lv-LV" altLang="en-US" dirty="0"/>
          </a:p>
        </p:txBody>
      </p:sp>
      <p:sp>
        <p:nvSpPr>
          <p:cNvPr id="8195" name="Rectangle 3">
            <a:extLst>
              <a:ext uri="{FF2B5EF4-FFF2-40B4-BE49-F238E27FC236}">
                <a16:creationId xmlns:a16="http://schemas.microsoft.com/office/drawing/2014/main" id="{C7F36413-ABF2-415E-870C-4048F005AAF6}"/>
              </a:ext>
            </a:extLst>
          </p:cNvPr>
          <p:cNvSpPr>
            <a:spLocks noGrp="1" noChangeArrowheads="1"/>
          </p:cNvSpPr>
          <p:nvPr>
            <p:ph type="body" idx="1"/>
          </p:nvPr>
        </p:nvSpPr>
        <p:spPr>
          <a:xfrm>
            <a:off x="457200" y="1600200"/>
            <a:ext cx="8229600" cy="5069160"/>
          </a:xfrm>
        </p:spPr>
        <p:txBody>
          <a:bodyPr/>
          <a:lstStyle/>
          <a:p>
            <a:pPr marL="352425" indent="-352425" eaLnBrk="1" hangingPunct="1"/>
            <a:r>
              <a:rPr lang="en-US" altLang="en-US" dirty="0"/>
              <a:t>Arrays can be two-dimensional (matrix), three-dimensional, etc. The maximum number of dimensions in C++ language is limited to 256 (by C++ 11 standard)</a:t>
            </a:r>
            <a:r>
              <a:rPr lang="lv-LV" altLang="en-US" dirty="0"/>
              <a:t>.</a:t>
            </a:r>
          </a:p>
          <a:p>
            <a:pPr marL="352425" indent="-352425" eaLnBrk="1" hangingPunct="1"/>
            <a:r>
              <a:rPr lang="en-US" altLang="en-US" dirty="0"/>
              <a:t>Two-dimensional array (3 rows, 2 columns)</a:t>
            </a:r>
          </a:p>
          <a:p>
            <a:pPr marL="0" indent="0" eaLnBrk="1" hangingPunct="1">
              <a:buNone/>
            </a:pPr>
            <a:r>
              <a:rPr lang="en-US" altLang="en-US" dirty="0">
                <a:latin typeface="Courier New" panose="02070309020205020404" pitchFamily="49" charset="0"/>
              </a:rPr>
              <a:t>	</a:t>
            </a:r>
            <a:r>
              <a:rPr lang="lv-LV" altLang="en-US" dirty="0" err="1">
                <a:latin typeface="Courier New" panose="02070309020205020404" pitchFamily="49" charset="0"/>
              </a:rPr>
              <a:t>double</a:t>
            </a:r>
            <a:r>
              <a:rPr lang="lv-LV" altLang="en-US" dirty="0">
                <a:latin typeface="Courier New" panose="02070309020205020404" pitchFamily="49" charset="0"/>
              </a:rPr>
              <a:t> </a:t>
            </a:r>
            <a:r>
              <a:rPr lang="lv-LV" altLang="en-US" dirty="0" err="1">
                <a:latin typeface="Courier New" panose="02070309020205020404" pitchFamily="49" charset="0"/>
              </a:rPr>
              <a:t>matrix</a:t>
            </a:r>
            <a:r>
              <a:rPr lang="lv-LV" altLang="en-US" dirty="0">
                <a:latin typeface="Courier New" panose="02070309020205020404" pitchFamily="49" charset="0"/>
              </a:rPr>
              <a:t>[3][2];</a:t>
            </a:r>
          </a:p>
          <a:p>
            <a:pPr marL="352425" indent="-352425" eaLnBrk="1" hangingPunct="1"/>
            <a:r>
              <a:rPr lang="en-US" altLang="en-US" dirty="0"/>
              <a:t>You can use two-dimensional array element using two indexes</a:t>
            </a:r>
            <a:endParaRPr lang="lv-LV" altLang="en-US" dirty="0"/>
          </a:p>
          <a:p>
            <a:pPr marL="352425" indent="-352425" eaLnBrk="1" hangingPunct="1">
              <a:buFontTx/>
              <a:buNone/>
            </a:pPr>
            <a:r>
              <a:rPr lang="lv-LV" altLang="en-US" dirty="0"/>
              <a:t>	</a:t>
            </a:r>
            <a:r>
              <a:rPr lang="en-US" altLang="en-US" dirty="0"/>
              <a:t>	</a:t>
            </a:r>
            <a:r>
              <a:rPr lang="lv-LV" altLang="en-US" dirty="0" err="1">
                <a:latin typeface="Courier New" panose="02070309020205020404" pitchFamily="49" charset="0"/>
              </a:rPr>
              <a:t>matrix</a:t>
            </a:r>
            <a:r>
              <a:rPr lang="lv-LV" altLang="en-US" dirty="0">
                <a:latin typeface="Courier New" panose="02070309020205020404" pitchFamily="49" charset="0"/>
              </a:rPr>
              <a:t>[1][2];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68460349-CC78-4A91-845B-92706AE6B1A7}"/>
              </a:ext>
            </a:extLst>
          </p:cNvPr>
          <p:cNvSpPr>
            <a:spLocks noGrp="1" noChangeArrowheads="1"/>
          </p:cNvSpPr>
          <p:nvPr>
            <p:ph type="title"/>
          </p:nvPr>
        </p:nvSpPr>
        <p:spPr>
          <a:xfrm>
            <a:off x="457200" y="84138"/>
            <a:ext cx="8229600" cy="1143000"/>
          </a:xfrm>
        </p:spPr>
        <p:txBody>
          <a:bodyPr/>
          <a:lstStyle/>
          <a:p>
            <a:pPr eaLnBrk="1" hangingPunct="1"/>
            <a:r>
              <a:rPr lang="lv-LV" altLang="en-US" dirty="0" err="1"/>
              <a:t>Two-dimensional</a:t>
            </a:r>
            <a:r>
              <a:rPr lang="lv-LV" altLang="en-US" dirty="0"/>
              <a:t> </a:t>
            </a:r>
            <a:r>
              <a:rPr lang="en-US" altLang="en-US" dirty="0"/>
              <a:t>a</a:t>
            </a:r>
            <a:r>
              <a:rPr lang="lv-LV" altLang="en-US" dirty="0" err="1"/>
              <a:t>rray</a:t>
            </a:r>
            <a:r>
              <a:rPr lang="lv-LV" altLang="en-US" dirty="0"/>
              <a:t> </a:t>
            </a:r>
            <a:r>
              <a:rPr lang="lv-LV" altLang="en-US" dirty="0" err="1"/>
              <a:t>example</a:t>
            </a:r>
            <a:endParaRPr lang="lv-LV" altLang="en-US" dirty="0"/>
          </a:p>
        </p:txBody>
      </p:sp>
      <p:sp>
        <p:nvSpPr>
          <p:cNvPr id="9219" name="Rectangle 3">
            <a:extLst>
              <a:ext uri="{FF2B5EF4-FFF2-40B4-BE49-F238E27FC236}">
                <a16:creationId xmlns:a16="http://schemas.microsoft.com/office/drawing/2014/main" id="{D74466A6-E063-481B-BD9D-7E1581AC2CAC}"/>
              </a:ext>
            </a:extLst>
          </p:cNvPr>
          <p:cNvSpPr>
            <a:spLocks noGrp="1" noChangeArrowheads="1"/>
          </p:cNvSpPr>
          <p:nvPr>
            <p:ph type="body" idx="1"/>
          </p:nvPr>
        </p:nvSpPr>
        <p:spPr>
          <a:xfrm>
            <a:off x="457200" y="977900"/>
            <a:ext cx="8229600" cy="1108075"/>
          </a:xfrm>
        </p:spPr>
        <p:txBody>
          <a:bodyPr/>
          <a:lstStyle/>
          <a:p>
            <a:pPr marL="0" indent="0" eaLnBrk="1" hangingPunct="1">
              <a:buFontTx/>
              <a:buNone/>
            </a:pPr>
            <a:r>
              <a:rPr lang="en-US" altLang="en-US" dirty="0"/>
              <a:t>Fill in array 3x3 with random numbers 0 – 9, and output to screen.
</a:t>
            </a:r>
            <a:endParaRPr lang="lv-LV" altLang="en-US" dirty="0"/>
          </a:p>
        </p:txBody>
      </p:sp>
      <p:sp>
        <p:nvSpPr>
          <p:cNvPr id="9220" name="Text Box 4">
            <a:extLst>
              <a:ext uri="{FF2B5EF4-FFF2-40B4-BE49-F238E27FC236}">
                <a16:creationId xmlns:a16="http://schemas.microsoft.com/office/drawing/2014/main" id="{7A96F1B8-9DBE-4049-ACCD-77646C776CCA}"/>
              </a:ext>
            </a:extLst>
          </p:cNvPr>
          <p:cNvSpPr txBox="1">
            <a:spLocks noChangeArrowheads="1"/>
          </p:cNvSpPr>
          <p:nvPr/>
        </p:nvSpPr>
        <p:spPr bwMode="auto">
          <a:xfrm>
            <a:off x="519113" y="2020888"/>
            <a:ext cx="5962650" cy="47593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444500" indent="-4445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Clr>
                <a:srgbClr val="0000FF"/>
              </a:buClr>
              <a:buFontTx/>
              <a:buAutoNum type="arabicPeriod"/>
            </a:pPr>
            <a:r>
              <a:rPr lang="lv-LV" altLang="en-US" sz="1700">
                <a:latin typeface="Courier New" panose="02070309020205020404" pitchFamily="49" charset="0"/>
              </a:rPr>
              <a:t>int main()</a:t>
            </a:r>
          </a:p>
          <a:p>
            <a:pPr eaLnBrk="1" hangingPunct="1">
              <a:buClr>
                <a:srgbClr val="0000FF"/>
              </a:buClr>
              <a:buFontTx/>
              <a:buAutoNum type="arabicPeriod"/>
            </a:pPr>
            <a:r>
              <a:rPr lang="lv-LV" altLang="en-US" sz="1700">
                <a:latin typeface="Courier New" panose="02070309020205020404" pitchFamily="49" charset="0"/>
              </a:rPr>
              <a:t>{</a:t>
            </a:r>
          </a:p>
          <a:p>
            <a:pPr eaLnBrk="1" hangingPunct="1">
              <a:buClr>
                <a:srgbClr val="0000FF"/>
              </a:buClr>
              <a:buFontTx/>
              <a:buAutoNum type="arabicPeriod"/>
            </a:pPr>
            <a:r>
              <a:rPr lang="lv-LV" altLang="en-US" sz="1700">
                <a:latin typeface="Courier New" panose="02070309020205020404" pitchFamily="49" charset="0"/>
              </a:rPr>
              <a:t>    time_t t;</a:t>
            </a:r>
          </a:p>
          <a:p>
            <a:pPr eaLnBrk="1" hangingPunct="1">
              <a:buClr>
                <a:srgbClr val="0000FF"/>
              </a:buClr>
              <a:buFontTx/>
              <a:buAutoNum type="arabicPeriod"/>
            </a:pPr>
            <a:r>
              <a:rPr lang="lv-LV" altLang="en-US" sz="1700">
                <a:latin typeface="Courier New" panose="02070309020205020404" pitchFamily="49" charset="0"/>
              </a:rPr>
              <a:t>    srand((unsigned) time(&amp;t));</a:t>
            </a:r>
          </a:p>
          <a:p>
            <a:pPr eaLnBrk="1" hangingPunct="1">
              <a:buClr>
                <a:srgbClr val="0000FF"/>
              </a:buClr>
              <a:buFontTx/>
              <a:buAutoNum type="arabicPeriod"/>
            </a:pPr>
            <a:r>
              <a:rPr lang="lv-LV" altLang="en-US" sz="1700">
                <a:latin typeface="Courier New" panose="02070309020205020404" pitchFamily="49" charset="0"/>
              </a:rPr>
              <a:t>    const int N=3,M=3;</a:t>
            </a:r>
          </a:p>
          <a:p>
            <a:pPr eaLnBrk="1" hangingPunct="1">
              <a:buClr>
                <a:srgbClr val="0000FF"/>
              </a:buClr>
              <a:buFontTx/>
              <a:buAutoNum type="arabicPeriod"/>
            </a:pPr>
            <a:r>
              <a:rPr lang="lv-LV" altLang="en-US" sz="1700">
                <a:latin typeface="Courier New" panose="02070309020205020404" pitchFamily="49" charset="0"/>
              </a:rPr>
              <a:t>    double a[N][M];</a:t>
            </a:r>
          </a:p>
          <a:p>
            <a:pPr eaLnBrk="1" hangingPunct="1">
              <a:buClr>
                <a:srgbClr val="0000FF"/>
              </a:buClr>
              <a:buFontTx/>
              <a:buAutoNum type="arabicPeriod"/>
            </a:pPr>
            <a:r>
              <a:rPr lang="lv-LV" altLang="en-US" sz="1700">
                <a:latin typeface="Courier New" panose="02070309020205020404" pitchFamily="49" charset="0"/>
              </a:rPr>
              <a:t>    for(int i=0; i&lt;N; i++)</a:t>
            </a:r>
          </a:p>
          <a:p>
            <a:pPr eaLnBrk="1" hangingPunct="1">
              <a:buClr>
                <a:srgbClr val="0000FF"/>
              </a:buClr>
              <a:buFontTx/>
              <a:buAutoNum type="arabicPeriod"/>
            </a:pPr>
            <a:r>
              <a:rPr lang="lv-LV" altLang="en-US" sz="1700">
                <a:latin typeface="Courier New" panose="02070309020205020404" pitchFamily="49" charset="0"/>
              </a:rPr>
              <a:t>        for(int j=0; j&lt;M; j++)</a:t>
            </a:r>
          </a:p>
          <a:p>
            <a:pPr eaLnBrk="1" hangingPunct="1">
              <a:buClr>
                <a:srgbClr val="0000FF"/>
              </a:buClr>
              <a:buFontTx/>
              <a:buAutoNum type="arabicPeriod"/>
            </a:pPr>
            <a:r>
              <a:rPr lang="lv-LV" altLang="en-US" sz="1700">
                <a:latin typeface="Courier New" panose="02070309020205020404" pitchFamily="49" charset="0"/>
              </a:rPr>
              <a:t>                a[i][j] = rand()%10;</a:t>
            </a:r>
          </a:p>
          <a:p>
            <a:pPr eaLnBrk="1" hangingPunct="1">
              <a:buClr>
                <a:srgbClr val="0000FF"/>
              </a:buClr>
              <a:buFontTx/>
              <a:buAutoNum type="arabicPeriod"/>
            </a:pPr>
            <a:r>
              <a:rPr lang="lv-LV" altLang="en-US" sz="1700">
                <a:latin typeface="Courier New" panose="02070309020205020404" pitchFamily="49" charset="0"/>
              </a:rPr>
              <a:t>    for(int i=0; i&lt;N; i++)</a:t>
            </a:r>
          </a:p>
          <a:p>
            <a:pPr eaLnBrk="1" hangingPunct="1">
              <a:buClr>
                <a:srgbClr val="0000FF"/>
              </a:buClr>
              <a:buFontTx/>
              <a:buAutoNum type="arabicPeriod"/>
            </a:pPr>
            <a:r>
              <a:rPr lang="lv-LV" altLang="en-US" sz="1700">
                <a:latin typeface="Courier New" panose="02070309020205020404" pitchFamily="49" charset="0"/>
              </a:rPr>
              <a:t>    {</a:t>
            </a:r>
          </a:p>
          <a:p>
            <a:pPr eaLnBrk="1" hangingPunct="1">
              <a:buClr>
                <a:srgbClr val="0000FF"/>
              </a:buClr>
              <a:buFontTx/>
              <a:buAutoNum type="arabicPeriod"/>
            </a:pPr>
            <a:r>
              <a:rPr lang="lv-LV" altLang="en-US" sz="1700">
                <a:latin typeface="Courier New" panose="02070309020205020404" pitchFamily="49" charset="0"/>
              </a:rPr>
              <a:t>        for(int j=0; j&lt;M; j++)</a:t>
            </a:r>
          </a:p>
          <a:p>
            <a:pPr eaLnBrk="1" hangingPunct="1">
              <a:buClr>
                <a:srgbClr val="0000FF"/>
              </a:buClr>
              <a:buFontTx/>
              <a:buAutoNum type="arabicPeriod"/>
            </a:pPr>
            <a:r>
              <a:rPr lang="lv-LV" altLang="en-US" sz="1700">
                <a:latin typeface="Courier New" panose="02070309020205020404" pitchFamily="49" charset="0"/>
              </a:rPr>
              <a:t>                cout &lt;&lt; a[i][j] &lt;&lt; " ";</a:t>
            </a:r>
          </a:p>
          <a:p>
            <a:pPr eaLnBrk="1" hangingPunct="1">
              <a:buClr>
                <a:srgbClr val="0000FF"/>
              </a:buClr>
              <a:buFontTx/>
              <a:buAutoNum type="arabicPeriod"/>
            </a:pPr>
            <a:r>
              <a:rPr lang="lv-LV" altLang="en-US" sz="1700">
                <a:latin typeface="Courier New" panose="02070309020205020404" pitchFamily="49" charset="0"/>
              </a:rPr>
              <a:t>        cout &lt;&lt; endl;</a:t>
            </a:r>
          </a:p>
          <a:p>
            <a:pPr eaLnBrk="1" hangingPunct="1">
              <a:buClr>
                <a:srgbClr val="0000FF"/>
              </a:buClr>
              <a:buFontTx/>
              <a:buAutoNum type="arabicPeriod"/>
            </a:pPr>
            <a:r>
              <a:rPr lang="lv-LV" altLang="en-US" sz="1700">
                <a:latin typeface="Courier New" panose="02070309020205020404" pitchFamily="49" charset="0"/>
              </a:rPr>
              <a:t>    }</a:t>
            </a:r>
          </a:p>
          <a:p>
            <a:pPr eaLnBrk="1" hangingPunct="1">
              <a:buClr>
                <a:srgbClr val="0000FF"/>
              </a:buClr>
              <a:buFontTx/>
              <a:buAutoNum type="arabicPeriod"/>
            </a:pPr>
            <a:r>
              <a:rPr lang="lv-LV" altLang="en-US" sz="1700">
                <a:latin typeface="Courier New" panose="02070309020205020404" pitchFamily="49" charset="0"/>
              </a:rPr>
              <a:t>system("pause");</a:t>
            </a:r>
          </a:p>
          <a:p>
            <a:pPr eaLnBrk="1" hangingPunct="1">
              <a:buClr>
                <a:srgbClr val="0000FF"/>
              </a:buClr>
              <a:buFontTx/>
              <a:buAutoNum type="arabicPeriod"/>
            </a:pPr>
            <a:r>
              <a:rPr lang="lv-LV" altLang="en-US" sz="1700">
                <a:latin typeface="Courier New" panose="02070309020205020404" pitchFamily="49" charset="0"/>
              </a:rPr>
              <a:t>return 0;</a:t>
            </a:r>
          </a:p>
          <a:p>
            <a:pPr eaLnBrk="1" hangingPunct="1">
              <a:buClr>
                <a:srgbClr val="0000FF"/>
              </a:buClr>
              <a:buFontTx/>
              <a:buAutoNum type="arabicPeriod"/>
            </a:pPr>
            <a:r>
              <a:rPr lang="lv-LV" altLang="en-US" sz="1700">
                <a:latin typeface="Courier New" panose="02070309020205020404" pitchFamily="49" charset="0"/>
              </a:rPr>
              <a:t>}</a:t>
            </a:r>
          </a:p>
        </p:txBody>
      </p:sp>
      <p:pic>
        <p:nvPicPr>
          <p:cNvPr id="9221" name="Picture 5">
            <a:extLst>
              <a:ext uri="{FF2B5EF4-FFF2-40B4-BE49-F238E27FC236}">
                <a16:creationId xmlns:a16="http://schemas.microsoft.com/office/drawing/2014/main" id="{396B5214-872C-4370-85AE-B131E8078B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575" y="5949950"/>
            <a:ext cx="321945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6912C828-E3FF-465B-B699-F78F36DEAD96}"/>
              </a:ext>
            </a:extLst>
          </p:cNvPr>
          <p:cNvSpPr>
            <a:spLocks noGrp="1" noChangeArrowheads="1"/>
          </p:cNvSpPr>
          <p:nvPr>
            <p:ph type="title"/>
          </p:nvPr>
        </p:nvSpPr>
        <p:spPr/>
        <p:txBody>
          <a:bodyPr/>
          <a:lstStyle/>
          <a:p>
            <a:pPr eaLnBrk="1" hangingPunct="1"/>
            <a:r>
              <a:rPr lang="lv-LV" altLang="en-US" sz="4000" dirty="0" err="1"/>
              <a:t>Two-dimensional</a:t>
            </a:r>
            <a:r>
              <a:rPr lang="lv-LV" altLang="en-US" sz="4000" dirty="0"/>
              <a:t> </a:t>
            </a:r>
            <a:r>
              <a:rPr lang="lv-LV" altLang="en-US" sz="4000" dirty="0" err="1"/>
              <a:t>arrays</a:t>
            </a:r>
            <a:br>
              <a:rPr lang="en-US" altLang="en-US" sz="4000" dirty="0"/>
            </a:br>
            <a:r>
              <a:rPr lang="en-US" altLang="en-US" sz="4000" dirty="0"/>
              <a:t>Practice</a:t>
            </a:r>
            <a:endParaRPr lang="lv-LV" altLang="en-US" sz="4000" dirty="0"/>
          </a:p>
        </p:txBody>
      </p:sp>
      <p:sp>
        <p:nvSpPr>
          <p:cNvPr id="10243" name="Rectangle 3">
            <a:extLst>
              <a:ext uri="{FF2B5EF4-FFF2-40B4-BE49-F238E27FC236}">
                <a16:creationId xmlns:a16="http://schemas.microsoft.com/office/drawing/2014/main" id="{3F401C9B-85AF-4347-97B4-D9D41CBA7BE2}"/>
              </a:ext>
            </a:extLst>
          </p:cNvPr>
          <p:cNvSpPr>
            <a:spLocks noGrp="1" noChangeArrowheads="1"/>
          </p:cNvSpPr>
          <p:nvPr>
            <p:ph type="body" idx="1"/>
          </p:nvPr>
        </p:nvSpPr>
        <p:spPr/>
        <p:txBody>
          <a:bodyPr/>
          <a:lstStyle/>
          <a:p>
            <a:pPr marL="609600" indent="-609600" eaLnBrk="1" hangingPunct="1">
              <a:lnSpc>
                <a:spcPct val="90000"/>
              </a:lnSpc>
              <a:buFontTx/>
              <a:buAutoNum type="arabicPeriod"/>
            </a:pPr>
            <a:r>
              <a:rPr lang="en-US" altLang="en-US" sz="2400" dirty="0"/>
              <a:t>Using the random generator, fill a two-dimensional array10x10 with numbers in the range of 10-99, and display it on the screen. Display the main diagonal values separately.
Find the matrix 7x5 each line sum, and save it into a one-dimensional array with a length of 7.
Find the matrix 7x5 each column sum, and save it into a one-dimensional array with a length of 5.
Using the random generator, fill a two-dimensional array </a:t>
            </a:r>
            <a:r>
              <a:rPr lang="en-US" altLang="en-US" sz="2400" dirty="0" err="1"/>
              <a:t>MxN</a:t>
            </a:r>
            <a:r>
              <a:rPr lang="en-US" altLang="en-US" sz="2400" dirty="0"/>
              <a:t> with numbers in the range of 10-99, and display it on the screen. Swap main and adjacent diagonal elements. Display the result on the screen.</a:t>
            </a:r>
            <a:endParaRPr lang="lv-LV" altLang="en-US" sz="2400" dirty="0"/>
          </a:p>
        </p:txBody>
      </p:sp>
    </p:spTree>
    <p:extLst>
      <p:ext uri="{BB962C8B-B14F-4D97-AF65-F5344CB8AC3E}">
        <p14:creationId xmlns:p14="http://schemas.microsoft.com/office/powerpoint/2010/main" val="1237174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3BFE4F2-69CF-4093-8A94-25031BBF6CCB}"/>
              </a:ext>
            </a:extLst>
          </p:cNvPr>
          <p:cNvSpPr>
            <a:spLocks noGrp="1" noChangeArrowheads="1"/>
          </p:cNvSpPr>
          <p:nvPr>
            <p:ph type="title"/>
          </p:nvPr>
        </p:nvSpPr>
        <p:spPr/>
        <p:txBody>
          <a:bodyPr/>
          <a:lstStyle/>
          <a:p>
            <a:pPr eaLnBrk="1" hangingPunct="1"/>
            <a:r>
              <a:rPr lang="lv-LV" altLang="en-US" dirty="0" err="1"/>
              <a:t>Arrays</a:t>
            </a:r>
            <a:r>
              <a:rPr lang="lv-LV" altLang="en-US" dirty="0"/>
              <a:t> </a:t>
            </a:r>
            <a:r>
              <a:rPr lang="lv-LV" altLang="en-US" dirty="0" err="1"/>
              <a:t>as</a:t>
            </a:r>
            <a:r>
              <a:rPr lang="lv-LV" altLang="en-US" dirty="0"/>
              <a:t> </a:t>
            </a:r>
            <a:r>
              <a:rPr lang="lv-LV" altLang="en-US" dirty="0" err="1"/>
              <a:t>function</a:t>
            </a:r>
            <a:r>
              <a:rPr lang="lv-LV" altLang="en-US" dirty="0"/>
              <a:t> arguments</a:t>
            </a:r>
          </a:p>
        </p:txBody>
      </p:sp>
      <p:sp>
        <p:nvSpPr>
          <p:cNvPr id="11267" name="Rectangle 3">
            <a:extLst>
              <a:ext uri="{FF2B5EF4-FFF2-40B4-BE49-F238E27FC236}">
                <a16:creationId xmlns:a16="http://schemas.microsoft.com/office/drawing/2014/main" id="{B21A8CB5-FE3B-4E40-B318-9B60ED9E5D00}"/>
              </a:ext>
            </a:extLst>
          </p:cNvPr>
          <p:cNvSpPr>
            <a:spLocks noGrp="1" noChangeArrowheads="1"/>
          </p:cNvSpPr>
          <p:nvPr>
            <p:ph type="body" idx="1"/>
          </p:nvPr>
        </p:nvSpPr>
        <p:spPr>
          <a:xfrm>
            <a:off x="457200" y="1435100"/>
            <a:ext cx="4259263" cy="5257800"/>
          </a:xfrm>
          <a:noFill/>
          <a:ln>
            <a:solidFill>
              <a:schemeClr val="tx1"/>
            </a:solidFill>
            <a:miter lim="800000"/>
            <a:headEnd/>
            <a:tailEnd/>
          </a:ln>
        </p:spPr>
        <p:txBody>
          <a:bodyPr/>
          <a:lstStyle/>
          <a:p>
            <a:pPr eaLnBrk="1" hangingPunct="1">
              <a:lnSpc>
                <a:spcPct val="80000"/>
              </a:lnSpc>
              <a:buClr>
                <a:srgbClr val="0000FF"/>
              </a:buClr>
              <a:buFontTx/>
              <a:buAutoNum type="arabicPeriod"/>
            </a:pPr>
            <a:r>
              <a:rPr lang="lv-LV" altLang="en-US" sz="1400">
                <a:latin typeface="Courier New" panose="02070309020205020404" pitchFamily="49" charset="0"/>
              </a:rPr>
              <a:t>void Init_Array (double a[], int N)</a:t>
            </a:r>
          </a:p>
          <a:p>
            <a:pPr eaLnBrk="1" hangingPunct="1">
              <a:lnSpc>
                <a:spcPct val="80000"/>
              </a:lnSpc>
              <a:buClr>
                <a:srgbClr val="0000FF"/>
              </a:buClr>
              <a:buFontTx/>
              <a:buAutoNum type="arabicPeriod"/>
            </a:pPr>
            <a:r>
              <a:rPr lang="lv-LV" altLang="en-US" sz="1400">
                <a:latin typeface="Courier New" panose="02070309020205020404" pitchFamily="49" charset="0"/>
              </a:rPr>
              <a:t>{</a:t>
            </a:r>
          </a:p>
          <a:p>
            <a:pPr eaLnBrk="1" hangingPunct="1">
              <a:lnSpc>
                <a:spcPct val="80000"/>
              </a:lnSpc>
              <a:buClr>
                <a:srgbClr val="0000FF"/>
              </a:buClr>
              <a:buFontTx/>
              <a:buAutoNum type="arabicPeriod"/>
            </a:pPr>
            <a:r>
              <a:rPr lang="lv-LV" altLang="en-US" sz="1400">
                <a:latin typeface="Courier New" panose="02070309020205020404" pitchFamily="49" charset="0"/>
              </a:rPr>
              <a:t>    for(int i=0; i&lt;N; i++)</a:t>
            </a:r>
          </a:p>
          <a:p>
            <a:pPr eaLnBrk="1" hangingPunct="1">
              <a:lnSpc>
                <a:spcPct val="80000"/>
              </a:lnSpc>
              <a:buClr>
                <a:srgbClr val="0000FF"/>
              </a:buClr>
              <a:buFontTx/>
              <a:buAutoNum type="arabicPeriod"/>
            </a:pPr>
            <a:r>
              <a:rPr lang="lv-LV" altLang="en-US" sz="1400">
                <a:latin typeface="Courier New" panose="02070309020205020404" pitchFamily="49" charset="0"/>
              </a:rPr>
              <a:t>        a[i] = rand()%10;</a:t>
            </a:r>
          </a:p>
          <a:p>
            <a:pPr eaLnBrk="1" hangingPunct="1">
              <a:lnSpc>
                <a:spcPct val="80000"/>
              </a:lnSpc>
              <a:buClr>
                <a:srgbClr val="0000FF"/>
              </a:buClr>
              <a:buFontTx/>
              <a:buAutoNum type="arabicPeriod"/>
            </a:pPr>
            <a:r>
              <a:rPr lang="lv-LV" altLang="en-US" sz="1400">
                <a:latin typeface="Courier New" panose="02070309020205020404" pitchFamily="49" charset="0"/>
              </a:rPr>
              <a:t>}</a:t>
            </a:r>
          </a:p>
          <a:p>
            <a:pPr eaLnBrk="1" hangingPunct="1">
              <a:lnSpc>
                <a:spcPct val="80000"/>
              </a:lnSpc>
              <a:buClr>
                <a:srgbClr val="0000FF"/>
              </a:buClr>
              <a:buFontTx/>
              <a:buAutoNum type="arabicPeriod"/>
            </a:pPr>
            <a:r>
              <a:rPr lang="lv-LV" altLang="en-US" sz="1400">
                <a:latin typeface="Courier New" panose="02070309020205020404" pitchFamily="49" charset="0"/>
              </a:rPr>
              <a:t> </a:t>
            </a:r>
          </a:p>
          <a:p>
            <a:pPr eaLnBrk="1" hangingPunct="1">
              <a:lnSpc>
                <a:spcPct val="80000"/>
              </a:lnSpc>
              <a:buClr>
                <a:srgbClr val="0000FF"/>
              </a:buClr>
              <a:buFontTx/>
              <a:buAutoNum type="arabicPeriod"/>
            </a:pPr>
            <a:r>
              <a:rPr lang="lv-LV" altLang="en-US" sz="1400">
                <a:latin typeface="Courier New" panose="02070309020205020404" pitchFamily="49" charset="0"/>
              </a:rPr>
              <a:t>void Print_Array(double a[], int N)</a:t>
            </a:r>
          </a:p>
          <a:p>
            <a:pPr eaLnBrk="1" hangingPunct="1">
              <a:lnSpc>
                <a:spcPct val="80000"/>
              </a:lnSpc>
              <a:buClr>
                <a:srgbClr val="0000FF"/>
              </a:buClr>
              <a:buFontTx/>
              <a:buAutoNum type="arabicPeriod"/>
            </a:pPr>
            <a:r>
              <a:rPr lang="lv-LV" altLang="en-US" sz="1400">
                <a:latin typeface="Courier New" panose="02070309020205020404" pitchFamily="49" charset="0"/>
              </a:rPr>
              <a:t>{</a:t>
            </a:r>
          </a:p>
          <a:p>
            <a:pPr eaLnBrk="1" hangingPunct="1">
              <a:lnSpc>
                <a:spcPct val="80000"/>
              </a:lnSpc>
              <a:buClr>
                <a:srgbClr val="0000FF"/>
              </a:buClr>
              <a:buFontTx/>
              <a:buAutoNum type="arabicPeriod"/>
            </a:pPr>
            <a:r>
              <a:rPr lang="lv-LV" altLang="en-US" sz="1400">
                <a:latin typeface="Courier New" panose="02070309020205020404" pitchFamily="49" charset="0"/>
              </a:rPr>
              <a:t>    for(int i=0; i&lt;N; i++)</a:t>
            </a:r>
          </a:p>
          <a:p>
            <a:pPr eaLnBrk="1" hangingPunct="1">
              <a:lnSpc>
                <a:spcPct val="80000"/>
              </a:lnSpc>
              <a:buClr>
                <a:srgbClr val="0000FF"/>
              </a:buClr>
              <a:buFontTx/>
              <a:buAutoNum type="arabicPeriod"/>
            </a:pPr>
            <a:r>
              <a:rPr lang="lv-LV" altLang="en-US" sz="1400">
                <a:latin typeface="Courier New" panose="02070309020205020404" pitchFamily="49" charset="0"/>
              </a:rPr>
              <a:t>        cout &lt;&lt; a[i] &lt;&lt; " ";</a:t>
            </a:r>
          </a:p>
          <a:p>
            <a:pPr eaLnBrk="1" hangingPunct="1">
              <a:lnSpc>
                <a:spcPct val="80000"/>
              </a:lnSpc>
              <a:buClr>
                <a:srgbClr val="0000FF"/>
              </a:buClr>
              <a:buFontTx/>
              <a:buAutoNum type="arabicPeriod"/>
            </a:pPr>
            <a:r>
              <a:rPr lang="lv-LV" altLang="en-US" sz="1400">
                <a:latin typeface="Courier New" panose="02070309020205020404" pitchFamily="49" charset="0"/>
              </a:rPr>
              <a:t>    cout &lt;&lt; endl;</a:t>
            </a:r>
          </a:p>
          <a:p>
            <a:pPr eaLnBrk="1" hangingPunct="1">
              <a:lnSpc>
                <a:spcPct val="80000"/>
              </a:lnSpc>
              <a:buClr>
                <a:srgbClr val="0000FF"/>
              </a:buClr>
              <a:buFontTx/>
              <a:buAutoNum type="arabicPeriod"/>
            </a:pPr>
            <a:r>
              <a:rPr lang="lv-LV" altLang="en-US" sz="1400">
                <a:latin typeface="Courier New" panose="02070309020205020404" pitchFamily="49" charset="0"/>
              </a:rPr>
              <a:t>}</a:t>
            </a:r>
          </a:p>
          <a:p>
            <a:pPr eaLnBrk="1" hangingPunct="1">
              <a:lnSpc>
                <a:spcPct val="80000"/>
              </a:lnSpc>
              <a:buClr>
                <a:srgbClr val="0000FF"/>
              </a:buClr>
              <a:buFontTx/>
              <a:buAutoNum type="arabicPeriod"/>
            </a:pPr>
            <a:r>
              <a:rPr lang="lv-LV" altLang="en-US" sz="1400">
                <a:latin typeface="Courier New" panose="02070309020205020404" pitchFamily="49" charset="0"/>
              </a:rPr>
              <a:t> </a:t>
            </a:r>
          </a:p>
          <a:p>
            <a:pPr eaLnBrk="1" hangingPunct="1">
              <a:lnSpc>
                <a:spcPct val="80000"/>
              </a:lnSpc>
              <a:buClr>
                <a:srgbClr val="0000FF"/>
              </a:buClr>
              <a:buFontTx/>
              <a:buAutoNum type="arabicPeriod"/>
            </a:pPr>
            <a:r>
              <a:rPr lang="lv-LV" altLang="en-US" sz="1400">
                <a:latin typeface="Courier New" panose="02070309020205020404" pitchFamily="49" charset="0"/>
              </a:rPr>
              <a:t>int main()</a:t>
            </a:r>
          </a:p>
          <a:p>
            <a:pPr eaLnBrk="1" hangingPunct="1">
              <a:lnSpc>
                <a:spcPct val="80000"/>
              </a:lnSpc>
              <a:buClr>
                <a:srgbClr val="0000FF"/>
              </a:buClr>
              <a:buFontTx/>
              <a:buAutoNum type="arabicPeriod"/>
            </a:pPr>
            <a:r>
              <a:rPr lang="lv-LV" altLang="en-US" sz="1400">
                <a:latin typeface="Courier New" panose="02070309020205020404" pitchFamily="49" charset="0"/>
              </a:rPr>
              <a:t>{</a:t>
            </a:r>
          </a:p>
          <a:p>
            <a:pPr eaLnBrk="1" hangingPunct="1">
              <a:lnSpc>
                <a:spcPct val="80000"/>
              </a:lnSpc>
              <a:buClr>
                <a:srgbClr val="0000FF"/>
              </a:buClr>
              <a:buFontTx/>
              <a:buAutoNum type="arabicPeriod"/>
            </a:pPr>
            <a:r>
              <a:rPr lang="lv-LV" altLang="en-US" sz="1400">
                <a:latin typeface="Courier New" panose="02070309020205020404" pitchFamily="49" charset="0"/>
              </a:rPr>
              <a:t>    time_t t;</a:t>
            </a:r>
          </a:p>
          <a:p>
            <a:pPr eaLnBrk="1" hangingPunct="1">
              <a:lnSpc>
                <a:spcPct val="80000"/>
              </a:lnSpc>
              <a:buClr>
                <a:srgbClr val="0000FF"/>
              </a:buClr>
              <a:buFontTx/>
              <a:buAutoNum type="arabicPeriod"/>
            </a:pPr>
            <a:r>
              <a:rPr lang="lv-LV" altLang="en-US" sz="1400">
                <a:latin typeface="Courier New" panose="02070309020205020404" pitchFamily="49" charset="0"/>
              </a:rPr>
              <a:t>    srand((unsigned) time(&amp;t));</a:t>
            </a:r>
          </a:p>
          <a:p>
            <a:pPr eaLnBrk="1" hangingPunct="1">
              <a:lnSpc>
                <a:spcPct val="80000"/>
              </a:lnSpc>
              <a:buClr>
                <a:srgbClr val="0000FF"/>
              </a:buClr>
              <a:buFontTx/>
              <a:buAutoNum type="arabicPeriod"/>
            </a:pPr>
            <a:r>
              <a:rPr lang="lv-LV" altLang="en-US" sz="1400">
                <a:latin typeface="Courier New" panose="02070309020205020404" pitchFamily="49" charset="0"/>
              </a:rPr>
              <a:t>    const int N=10;</a:t>
            </a:r>
          </a:p>
          <a:p>
            <a:pPr eaLnBrk="1" hangingPunct="1">
              <a:lnSpc>
                <a:spcPct val="80000"/>
              </a:lnSpc>
              <a:buClr>
                <a:srgbClr val="0000FF"/>
              </a:buClr>
              <a:buFontTx/>
              <a:buAutoNum type="arabicPeriod"/>
            </a:pPr>
            <a:r>
              <a:rPr lang="lv-LV" altLang="en-US" sz="1400">
                <a:latin typeface="Courier New" panose="02070309020205020404" pitchFamily="49" charset="0"/>
              </a:rPr>
              <a:t>    double a[N];</a:t>
            </a:r>
          </a:p>
          <a:p>
            <a:pPr eaLnBrk="1" hangingPunct="1">
              <a:lnSpc>
                <a:spcPct val="80000"/>
              </a:lnSpc>
              <a:buClr>
                <a:srgbClr val="0000FF"/>
              </a:buClr>
              <a:buFontTx/>
              <a:buAutoNum type="arabicPeriod"/>
            </a:pPr>
            <a:r>
              <a:rPr lang="lv-LV" altLang="en-US" sz="1400">
                <a:latin typeface="Courier New" panose="02070309020205020404" pitchFamily="49" charset="0"/>
              </a:rPr>
              <a:t>    Init_Array(a,N);</a:t>
            </a:r>
          </a:p>
          <a:p>
            <a:pPr eaLnBrk="1" hangingPunct="1">
              <a:lnSpc>
                <a:spcPct val="80000"/>
              </a:lnSpc>
              <a:buClr>
                <a:srgbClr val="0000FF"/>
              </a:buClr>
              <a:buFontTx/>
              <a:buAutoNum type="arabicPeriod"/>
            </a:pPr>
            <a:r>
              <a:rPr lang="lv-LV" altLang="en-US" sz="1400">
                <a:latin typeface="Courier New" panose="02070309020205020404" pitchFamily="49" charset="0"/>
              </a:rPr>
              <a:t>    Print_Array(a,N);</a:t>
            </a:r>
          </a:p>
          <a:p>
            <a:pPr eaLnBrk="1" hangingPunct="1">
              <a:lnSpc>
                <a:spcPct val="80000"/>
              </a:lnSpc>
              <a:buClr>
                <a:srgbClr val="0000FF"/>
              </a:buClr>
              <a:buFontTx/>
              <a:buAutoNum type="arabicPeriod"/>
            </a:pPr>
            <a:r>
              <a:rPr lang="lv-LV" altLang="en-US" sz="1400">
                <a:latin typeface="Courier New" panose="02070309020205020404" pitchFamily="49" charset="0"/>
              </a:rPr>
              <a:t>    system("pause");</a:t>
            </a:r>
          </a:p>
          <a:p>
            <a:pPr eaLnBrk="1" hangingPunct="1">
              <a:lnSpc>
                <a:spcPct val="80000"/>
              </a:lnSpc>
              <a:buClr>
                <a:srgbClr val="0000FF"/>
              </a:buClr>
              <a:buFontTx/>
              <a:buAutoNum type="arabicPeriod"/>
            </a:pPr>
            <a:r>
              <a:rPr lang="lv-LV" altLang="en-US" sz="1400">
                <a:latin typeface="Courier New" panose="02070309020205020404" pitchFamily="49" charset="0"/>
              </a:rPr>
              <a:t>    return 0;</a:t>
            </a:r>
          </a:p>
          <a:p>
            <a:pPr eaLnBrk="1" hangingPunct="1">
              <a:lnSpc>
                <a:spcPct val="80000"/>
              </a:lnSpc>
              <a:buClr>
                <a:srgbClr val="0000FF"/>
              </a:buClr>
              <a:buFontTx/>
              <a:buAutoNum type="arabicPeriod"/>
            </a:pPr>
            <a:r>
              <a:rPr lang="lv-LV" altLang="en-US" sz="1400">
                <a:latin typeface="Courier New" panose="02070309020205020404" pitchFamily="49" charset="0"/>
              </a:rPr>
              <a:t>}</a:t>
            </a:r>
          </a:p>
        </p:txBody>
      </p:sp>
      <p:sp>
        <p:nvSpPr>
          <p:cNvPr id="11268" name="Text Box 4">
            <a:extLst>
              <a:ext uri="{FF2B5EF4-FFF2-40B4-BE49-F238E27FC236}">
                <a16:creationId xmlns:a16="http://schemas.microsoft.com/office/drawing/2014/main" id="{F2F14F89-631B-4E37-83E9-F08826A467EF}"/>
              </a:ext>
            </a:extLst>
          </p:cNvPr>
          <p:cNvSpPr txBox="1">
            <a:spLocks noChangeArrowheads="1"/>
          </p:cNvSpPr>
          <p:nvPr/>
        </p:nvSpPr>
        <p:spPr bwMode="auto">
          <a:xfrm>
            <a:off x="4932363" y="1484313"/>
            <a:ext cx="396081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Clr>
                <a:srgbClr val="0000FF"/>
              </a:buClr>
              <a:buFontTx/>
              <a:buAutoNum type="arabicPeriod"/>
            </a:pPr>
            <a:r>
              <a:rPr lang="lv-LV" altLang="en-US" sz="2400" dirty="0">
                <a:solidFill>
                  <a:srgbClr val="0000FF"/>
                </a:solidFill>
                <a:latin typeface="Times New Roman" panose="02020603050405020304" pitchFamily="18" charset="0"/>
              </a:rPr>
              <a:t>7., 20., un 21.</a:t>
            </a:r>
            <a:r>
              <a:rPr lang="lv-LV" altLang="en-US" sz="2400" dirty="0">
                <a:latin typeface="Times New Roman" panose="02020603050405020304" pitchFamily="18" charset="0"/>
              </a:rPr>
              <a:t> </a:t>
            </a:r>
            <a:r>
              <a:rPr lang="en-US" altLang="en-US" sz="2400" dirty="0">
                <a:latin typeface="Times New Roman" panose="02020603050405020304" pitchFamily="18" charset="0"/>
              </a:rPr>
              <a:t>the array description requires two arguments - pointer to the beginning of the array, and number of elements</a:t>
            </a:r>
            <a:r>
              <a:rPr lang="lv-LV" altLang="en-US" sz="2400" dirty="0">
                <a:latin typeface="Times New Roman" panose="02020603050405020304" pitchFamily="18" charset="0"/>
              </a:rPr>
              <a:t>.</a:t>
            </a:r>
          </a:p>
        </p:txBody>
      </p:sp>
      <p:pic>
        <p:nvPicPr>
          <p:cNvPr id="11269" name="Picture 5">
            <a:extLst>
              <a:ext uri="{FF2B5EF4-FFF2-40B4-BE49-F238E27FC236}">
                <a16:creationId xmlns:a16="http://schemas.microsoft.com/office/drawing/2014/main" id="{18074754-88DE-4235-B619-DCA10466E7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9338" y="6165850"/>
            <a:ext cx="32385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E7AB51F-23AF-4489-8C2E-9DEB6F6B7303}"/>
              </a:ext>
            </a:extLst>
          </p:cNvPr>
          <p:cNvSpPr>
            <a:spLocks noGrp="1" noChangeArrowheads="1"/>
          </p:cNvSpPr>
          <p:nvPr>
            <p:ph type="title"/>
          </p:nvPr>
        </p:nvSpPr>
        <p:spPr>
          <a:xfrm>
            <a:off x="457200" y="44624"/>
            <a:ext cx="8229600" cy="1143000"/>
          </a:xfrm>
        </p:spPr>
        <p:txBody>
          <a:bodyPr/>
          <a:lstStyle/>
          <a:p>
            <a:pPr eaLnBrk="1" hangingPunct="1"/>
            <a:r>
              <a:rPr lang="en-US" altLang="en-US" dirty="0"/>
              <a:t>Pointers</a:t>
            </a:r>
            <a:endParaRPr lang="lv-LV" altLang="en-US" dirty="0"/>
          </a:p>
        </p:txBody>
      </p:sp>
      <p:sp>
        <p:nvSpPr>
          <p:cNvPr id="12291" name="Rectangle 3">
            <a:extLst>
              <a:ext uri="{FF2B5EF4-FFF2-40B4-BE49-F238E27FC236}">
                <a16:creationId xmlns:a16="http://schemas.microsoft.com/office/drawing/2014/main" id="{B28F2447-F251-4F23-A354-F175E0304374}"/>
              </a:ext>
            </a:extLst>
          </p:cNvPr>
          <p:cNvSpPr>
            <a:spLocks noGrp="1" noChangeArrowheads="1"/>
          </p:cNvSpPr>
          <p:nvPr>
            <p:ph type="body" idx="1"/>
          </p:nvPr>
        </p:nvSpPr>
        <p:spPr>
          <a:xfrm>
            <a:off x="395536" y="1196752"/>
            <a:ext cx="8291264" cy="5323730"/>
          </a:xfrm>
        </p:spPr>
        <p:txBody>
          <a:bodyPr/>
          <a:lstStyle/>
          <a:p>
            <a:pPr eaLnBrk="1" hangingPunct="1">
              <a:lnSpc>
                <a:spcPct val="90000"/>
              </a:lnSpc>
            </a:pPr>
            <a:r>
              <a:rPr lang="en-US" altLang="en-US" b="1" dirty="0"/>
              <a:t>Pointer</a:t>
            </a:r>
            <a:r>
              <a:rPr lang="lv-LV" altLang="en-US" b="1" dirty="0"/>
              <a:t> </a:t>
            </a:r>
            <a:r>
              <a:rPr lang="en-US" altLang="en-US" dirty="0"/>
              <a:t>is a variable that stores memory address</a:t>
            </a:r>
            <a:r>
              <a:rPr lang="lv-LV" altLang="en-US" dirty="0"/>
              <a:t>.</a:t>
            </a:r>
          </a:p>
          <a:p>
            <a:pPr eaLnBrk="1" hangingPunct="1">
              <a:lnSpc>
                <a:spcPct val="90000"/>
              </a:lnSpc>
            </a:pPr>
            <a:r>
              <a:rPr lang="en-US" altLang="en-US" b="1" dirty="0" err="1"/>
              <a:t>Adress</a:t>
            </a:r>
            <a:r>
              <a:rPr lang="en-US" altLang="en-US" b="1" dirty="0"/>
              <a:t> </a:t>
            </a:r>
            <a:r>
              <a:rPr lang="en-US" altLang="en-US" dirty="0"/>
              <a:t>is a value representing a certain memory location</a:t>
            </a:r>
            <a:r>
              <a:rPr lang="lv-LV" altLang="en-US" dirty="0"/>
              <a:t>.</a:t>
            </a:r>
          </a:p>
          <a:p>
            <a:pPr eaLnBrk="1" hangingPunct="1">
              <a:lnSpc>
                <a:spcPct val="90000"/>
              </a:lnSpc>
            </a:pPr>
            <a:r>
              <a:rPr lang="en-US" altLang="en-US" dirty="0"/>
              <a:t>May be said that the </a:t>
            </a:r>
            <a:r>
              <a:rPr lang="en-US" altLang="en-US" b="1" dirty="0"/>
              <a:t>pointer</a:t>
            </a:r>
            <a:r>
              <a:rPr lang="en-US" altLang="en-US" dirty="0"/>
              <a:t> is a type of </a:t>
            </a:r>
            <a:r>
              <a:rPr lang="en-US" altLang="en-US" b="1" dirty="0"/>
              <a:t>reference</a:t>
            </a:r>
            <a:r>
              <a:rPr lang="lv-LV" altLang="en-US" dirty="0"/>
              <a:t>.</a:t>
            </a:r>
          </a:p>
          <a:p>
            <a:pPr eaLnBrk="1" hangingPunct="1">
              <a:lnSpc>
                <a:spcPct val="90000"/>
              </a:lnSpc>
            </a:pPr>
            <a:r>
              <a:rPr lang="en-US" altLang="en-US" dirty="0"/>
              <a:t>Unlike a </a:t>
            </a:r>
            <a:r>
              <a:rPr lang="en-US" altLang="en-US" b="1" dirty="0"/>
              <a:t>reference</a:t>
            </a:r>
            <a:r>
              <a:rPr lang="en-US" altLang="en-US" dirty="0"/>
              <a:t>, it can be defined without the need to be initialized.
</a:t>
            </a:r>
            <a:r>
              <a:rPr lang="lv-LV" altLang="en-US" dirty="0" err="1"/>
              <a:t>Defining</a:t>
            </a:r>
            <a:r>
              <a:rPr lang="lv-LV" altLang="en-US" dirty="0"/>
              <a:t> </a:t>
            </a:r>
            <a:r>
              <a:rPr lang="lv-LV" altLang="en-US" dirty="0" err="1"/>
              <a:t>the</a:t>
            </a:r>
            <a:r>
              <a:rPr lang="lv-LV" altLang="en-US" dirty="0"/>
              <a:t> </a:t>
            </a:r>
            <a:r>
              <a:rPr lang="lv-LV" altLang="en-US" b="1" dirty="0" err="1"/>
              <a:t>pointer</a:t>
            </a:r>
            <a:r>
              <a:rPr lang="lv-LV" altLang="en-US" dirty="0"/>
              <a:t>: </a:t>
            </a:r>
            <a:r>
              <a:rPr lang="en-US" altLang="en-US" dirty="0">
                <a:latin typeface="Courier New" panose="02070309020205020404" pitchFamily="49" charset="0"/>
              </a:rPr>
              <a:t>t</a:t>
            </a:r>
            <a:r>
              <a:rPr lang="lv-LV" altLang="en-US" dirty="0" err="1">
                <a:latin typeface="Courier New" panose="02070309020205020404" pitchFamily="49" charset="0"/>
              </a:rPr>
              <a:t>ype</a:t>
            </a:r>
            <a:r>
              <a:rPr lang="lv-LV" altLang="en-US" dirty="0">
                <a:latin typeface="Courier New" panose="02070309020205020404" pitchFamily="49" charset="0"/>
              </a:rPr>
              <a:t> *</a:t>
            </a:r>
            <a:r>
              <a:rPr lang="en-US" altLang="en-US" dirty="0">
                <a:latin typeface="Courier New" panose="02070309020205020404" pitchFamily="49" charset="0"/>
              </a:rPr>
              <a:t>v</a:t>
            </a:r>
            <a:r>
              <a:rPr lang="lv-LV" altLang="en-US" dirty="0" err="1">
                <a:latin typeface="Courier New" panose="02070309020205020404" pitchFamily="49" charset="0"/>
              </a:rPr>
              <a:t>ariable</a:t>
            </a:r>
            <a:endParaRPr lang="lv-LV" altLang="en-US" dirty="0">
              <a:latin typeface="Courier New" panose="02070309020205020404" pitchFamily="49" charset="0"/>
            </a:endParaRPr>
          </a:p>
          <a:p>
            <a:pPr eaLnBrk="1" hangingPunct="1">
              <a:lnSpc>
                <a:spcPct val="90000"/>
              </a:lnSpc>
              <a:buFontTx/>
              <a:buNone/>
            </a:pPr>
            <a:r>
              <a:rPr lang="lv-LV" altLang="en-US" dirty="0">
                <a:latin typeface="Courier New" panose="02070309020205020404" pitchFamily="49" charset="0"/>
              </a:rPr>
              <a:t>	</a:t>
            </a:r>
            <a:r>
              <a:rPr lang="en-US" altLang="en-US" dirty="0">
                <a:latin typeface="Courier New" panose="02070309020205020404" pitchFamily="49" charset="0"/>
              </a:rPr>
              <a:t>int </a:t>
            </a:r>
            <a:r>
              <a:rPr lang="lv-LV" altLang="en-US" b="1" dirty="0">
                <a:latin typeface="Courier New" panose="02070309020205020404" pitchFamily="49" charset="0"/>
              </a:rPr>
              <a:t>*</a:t>
            </a:r>
            <a:r>
              <a:rPr lang="lv-LV" altLang="en-US" dirty="0">
                <a:latin typeface="Courier New" panose="02070309020205020404" pitchFamily="49" charset="0"/>
              </a:rPr>
              <a:t>p </a:t>
            </a:r>
            <a:r>
              <a:rPr lang="en-US" altLang="en-US" dirty="0">
                <a:latin typeface="Courier New" panose="02070309020205020404" pitchFamily="49" charset="0"/>
              </a:rPr>
              <a:t> </a:t>
            </a:r>
            <a:r>
              <a:rPr lang="lv-LV" altLang="en-US" dirty="0">
                <a:latin typeface="Courier New" panose="02070309020205020404" pitchFamily="49" charset="0"/>
              </a:rPr>
              <a:t>//</a:t>
            </a:r>
            <a:r>
              <a:rPr lang="en-US" altLang="en-US" dirty="0">
                <a:latin typeface="Courier New" panose="02070309020205020404" pitchFamily="49" charset="0"/>
              </a:rPr>
              <a:t>data that has an 				address of p </a:t>
            </a:r>
            <a:endParaRPr lang="lv-LV" altLang="en-US" dirty="0">
              <a:latin typeface="Courier New" panose="02070309020205020404"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4A2C5ACF-B370-4FDD-8DCA-318A1B39DA86}"/>
              </a:ext>
            </a:extLst>
          </p:cNvPr>
          <p:cNvSpPr>
            <a:spLocks noGrp="1" noChangeArrowheads="1"/>
          </p:cNvSpPr>
          <p:nvPr>
            <p:ph type="title"/>
          </p:nvPr>
        </p:nvSpPr>
        <p:spPr/>
        <p:txBody>
          <a:bodyPr/>
          <a:lstStyle/>
          <a:p>
            <a:pPr eaLnBrk="1" hangingPunct="1"/>
            <a:r>
              <a:rPr lang="en-US" altLang="en-US" dirty="0"/>
              <a:t>Pointers </a:t>
            </a:r>
            <a:r>
              <a:rPr lang="lv-LV" altLang="en-US" dirty="0"/>
              <a:t>-</a:t>
            </a:r>
            <a:r>
              <a:rPr lang="en-US" altLang="en-US" dirty="0"/>
              <a:t> </a:t>
            </a:r>
            <a:r>
              <a:rPr lang="lv-LV" altLang="en-US" dirty="0" err="1"/>
              <a:t>Example</a:t>
            </a:r>
            <a:endParaRPr lang="lv-LV" altLang="en-US" dirty="0"/>
          </a:p>
        </p:txBody>
      </p:sp>
      <p:sp>
        <p:nvSpPr>
          <p:cNvPr id="13315" name="Rectangle 3">
            <a:extLst>
              <a:ext uri="{FF2B5EF4-FFF2-40B4-BE49-F238E27FC236}">
                <a16:creationId xmlns:a16="http://schemas.microsoft.com/office/drawing/2014/main" id="{A4A88776-0D55-4477-B5D3-12B35DF14F3E}"/>
              </a:ext>
            </a:extLst>
          </p:cNvPr>
          <p:cNvSpPr>
            <a:spLocks noGrp="1" noChangeArrowheads="1"/>
          </p:cNvSpPr>
          <p:nvPr>
            <p:ph type="body" idx="1"/>
          </p:nvPr>
        </p:nvSpPr>
        <p:spPr>
          <a:xfrm>
            <a:off x="179388" y="1773238"/>
            <a:ext cx="8785225" cy="3700462"/>
          </a:xfrm>
          <a:noFill/>
          <a:ln>
            <a:solidFill>
              <a:schemeClr val="tx1"/>
            </a:solidFill>
            <a:miter lim="800000"/>
            <a:headEnd/>
            <a:tailEnd/>
          </a:ln>
        </p:spPr>
        <p:txBody>
          <a:bodyPr/>
          <a:lstStyle/>
          <a:p>
            <a:pPr marL="381000" indent="-381000" eaLnBrk="1" hangingPunct="1">
              <a:lnSpc>
                <a:spcPct val="80000"/>
              </a:lnSpc>
              <a:buClr>
                <a:srgbClr val="0000FF"/>
              </a:buClr>
              <a:buFontTx/>
              <a:buAutoNum type="arabicPeriod"/>
            </a:pPr>
            <a:r>
              <a:rPr lang="lv-LV" altLang="en-US" sz="2100" dirty="0" err="1">
                <a:latin typeface="Courier New" panose="02070309020205020404" pitchFamily="49" charset="0"/>
              </a:rPr>
              <a:t>int</a:t>
            </a:r>
            <a:r>
              <a:rPr lang="lv-LV" altLang="en-US" sz="2100" dirty="0">
                <a:latin typeface="Courier New" panose="02070309020205020404" pitchFamily="49" charset="0"/>
              </a:rPr>
              <a:t> </a:t>
            </a:r>
            <a:r>
              <a:rPr lang="lv-LV" altLang="en-US" sz="2100" dirty="0" err="1">
                <a:latin typeface="Courier New" panose="02070309020205020404" pitchFamily="49" charset="0"/>
              </a:rPr>
              <a:t>main</a:t>
            </a:r>
            <a:r>
              <a:rPr lang="lv-LV" altLang="en-US" sz="2100" dirty="0">
                <a:latin typeface="Courier New" panose="02070309020205020404" pitchFamily="49" charset="0"/>
              </a:rPr>
              <a:t>()</a:t>
            </a:r>
          </a:p>
          <a:p>
            <a:pPr marL="381000" indent="-381000" eaLnBrk="1" hangingPunct="1">
              <a:lnSpc>
                <a:spcPct val="80000"/>
              </a:lnSpc>
              <a:buClr>
                <a:srgbClr val="0000FF"/>
              </a:buClr>
              <a:buFontTx/>
              <a:buAutoNum type="arabicPeriod"/>
            </a:pPr>
            <a:r>
              <a:rPr lang="lv-LV" altLang="en-US" sz="2100" dirty="0">
                <a:latin typeface="Courier New" panose="02070309020205020404" pitchFamily="49" charset="0"/>
              </a:rPr>
              <a:t>{      </a:t>
            </a:r>
          </a:p>
          <a:p>
            <a:pPr marL="381000" indent="-381000" eaLnBrk="1" hangingPunct="1">
              <a:lnSpc>
                <a:spcPct val="80000"/>
              </a:lnSpc>
              <a:buClr>
                <a:srgbClr val="0000FF"/>
              </a:buClr>
              <a:buFontTx/>
              <a:buAutoNum type="arabicPeriod"/>
            </a:pPr>
            <a:r>
              <a:rPr lang="lv-LV" altLang="en-US" sz="2100" dirty="0">
                <a:latin typeface="Courier New" panose="02070309020205020404" pitchFamily="49" charset="0"/>
              </a:rPr>
              <a:t>   </a:t>
            </a:r>
            <a:r>
              <a:rPr lang="lv-LV" altLang="en-US" sz="2100" dirty="0" err="1">
                <a:latin typeface="Courier New" panose="02070309020205020404" pitchFamily="49" charset="0"/>
              </a:rPr>
              <a:t>int</a:t>
            </a:r>
            <a:r>
              <a:rPr lang="lv-LV" altLang="en-US" sz="2100" dirty="0">
                <a:latin typeface="Courier New" panose="02070309020205020404" pitchFamily="49" charset="0"/>
              </a:rPr>
              <a:t> z = 10;</a:t>
            </a:r>
          </a:p>
          <a:p>
            <a:pPr marL="381000" indent="-381000" eaLnBrk="1" hangingPunct="1">
              <a:lnSpc>
                <a:spcPct val="80000"/>
              </a:lnSpc>
              <a:buClr>
                <a:srgbClr val="0000FF"/>
              </a:buClr>
              <a:buFontTx/>
              <a:buAutoNum type="arabicPeriod"/>
            </a:pPr>
            <a:r>
              <a:rPr lang="lv-LV" altLang="en-US" sz="2100" dirty="0">
                <a:latin typeface="Courier New" panose="02070309020205020404" pitchFamily="49" charset="0"/>
              </a:rPr>
              <a:t>   </a:t>
            </a:r>
            <a:r>
              <a:rPr lang="lv-LV" altLang="en-US" sz="2100" dirty="0" err="1">
                <a:latin typeface="Courier New" panose="02070309020205020404" pitchFamily="49" charset="0"/>
              </a:rPr>
              <a:t>int</a:t>
            </a:r>
            <a:r>
              <a:rPr lang="lv-LV" altLang="en-US" sz="2100" dirty="0">
                <a:latin typeface="Courier New" panose="02070309020205020404" pitchFamily="49" charset="0"/>
              </a:rPr>
              <a:t> *x; // </a:t>
            </a:r>
            <a:r>
              <a:rPr lang="en-US" altLang="en-US" sz="2100" dirty="0">
                <a:solidFill>
                  <a:schemeClr val="bg2"/>
                </a:solidFill>
              </a:rPr>
              <a:t>pointer x definition</a:t>
            </a:r>
            <a:endParaRPr lang="lv-LV" altLang="en-US" sz="2100" dirty="0">
              <a:solidFill>
                <a:schemeClr val="bg2"/>
              </a:solidFill>
            </a:endParaRPr>
          </a:p>
          <a:p>
            <a:pPr marL="381000" indent="-381000" eaLnBrk="1" hangingPunct="1">
              <a:lnSpc>
                <a:spcPct val="80000"/>
              </a:lnSpc>
              <a:buClr>
                <a:srgbClr val="0000FF"/>
              </a:buClr>
              <a:buFontTx/>
              <a:buAutoNum type="arabicPeriod"/>
            </a:pPr>
            <a:r>
              <a:rPr lang="en-US" altLang="en-US" sz="2100" dirty="0">
                <a:solidFill>
                  <a:schemeClr val="bg2"/>
                </a:solidFill>
              </a:rPr>
              <a:t> </a:t>
            </a:r>
            <a:endParaRPr lang="lv-LV" altLang="en-US" sz="2100" dirty="0">
              <a:solidFill>
                <a:schemeClr val="bg2"/>
              </a:solidFill>
            </a:endParaRPr>
          </a:p>
          <a:p>
            <a:pPr marL="381000" indent="-381000" eaLnBrk="1" hangingPunct="1">
              <a:lnSpc>
                <a:spcPct val="80000"/>
              </a:lnSpc>
              <a:buClr>
                <a:srgbClr val="0000FF"/>
              </a:buClr>
              <a:buFontTx/>
              <a:buAutoNum type="arabicPeriod"/>
            </a:pPr>
            <a:r>
              <a:rPr lang="lv-LV" altLang="en-US" sz="2100" dirty="0">
                <a:latin typeface="Courier New" panose="02070309020205020404" pitchFamily="49" charset="0"/>
              </a:rPr>
              <a:t>   x = &amp;z; //</a:t>
            </a:r>
            <a:r>
              <a:rPr lang="en-US" altLang="en-US" sz="2100" dirty="0">
                <a:latin typeface="Courier New" panose="02070309020205020404" pitchFamily="49" charset="0"/>
              </a:rPr>
              <a:t> </a:t>
            </a:r>
            <a:r>
              <a:rPr lang="en-US" altLang="en-US" sz="2100" dirty="0">
                <a:solidFill>
                  <a:schemeClr val="bg2"/>
                </a:solidFill>
              </a:rPr>
              <a:t>pointer x initialization, </a:t>
            </a:r>
            <a:r>
              <a:rPr lang="lv-LV" altLang="en-US" sz="2100" dirty="0">
                <a:solidFill>
                  <a:schemeClr val="bg2"/>
                </a:solidFill>
              </a:rPr>
              <a:t>x </a:t>
            </a:r>
            <a:r>
              <a:rPr lang="lv-LV" altLang="en-US" sz="2100" dirty="0" err="1">
                <a:solidFill>
                  <a:schemeClr val="bg2"/>
                </a:solidFill>
              </a:rPr>
              <a:t>now</a:t>
            </a:r>
            <a:r>
              <a:rPr lang="lv-LV" altLang="en-US" sz="2100" dirty="0">
                <a:solidFill>
                  <a:schemeClr val="bg2"/>
                </a:solidFill>
              </a:rPr>
              <a:t> </a:t>
            </a:r>
            <a:r>
              <a:rPr lang="en-US" altLang="en-US" sz="2100" dirty="0" err="1">
                <a:solidFill>
                  <a:schemeClr val="bg2"/>
                </a:solidFill>
              </a:rPr>
              <a:t>stor</a:t>
            </a:r>
            <a:r>
              <a:rPr lang="lv-LV" altLang="en-US" sz="2100" dirty="0">
                <a:solidFill>
                  <a:schemeClr val="bg2"/>
                </a:solidFill>
              </a:rPr>
              <a:t>es</a:t>
            </a:r>
            <a:r>
              <a:rPr lang="en-US" altLang="en-US" sz="2100" dirty="0">
                <a:solidFill>
                  <a:schemeClr val="bg2"/>
                </a:solidFill>
              </a:rPr>
              <a:t> address</a:t>
            </a:r>
            <a:r>
              <a:rPr lang="lv-LV" altLang="en-US" sz="2100" dirty="0">
                <a:solidFill>
                  <a:schemeClr val="bg2"/>
                </a:solidFill>
              </a:rPr>
              <a:t> </a:t>
            </a:r>
            <a:r>
              <a:rPr lang="lv-LV" altLang="en-US" sz="2100" dirty="0" err="1">
                <a:solidFill>
                  <a:schemeClr val="bg2"/>
                </a:solidFill>
              </a:rPr>
              <a:t>of</a:t>
            </a:r>
            <a:r>
              <a:rPr lang="lv-LV" altLang="en-US" sz="2100" dirty="0">
                <a:solidFill>
                  <a:schemeClr val="bg2"/>
                </a:solidFill>
              </a:rPr>
              <a:t> z</a:t>
            </a:r>
          </a:p>
          <a:p>
            <a:pPr marL="381000" indent="-381000" eaLnBrk="1" hangingPunct="1">
              <a:lnSpc>
                <a:spcPct val="80000"/>
              </a:lnSpc>
              <a:buClr>
                <a:srgbClr val="0000FF"/>
              </a:buClr>
              <a:buFontTx/>
              <a:buAutoNum type="arabicPeriod"/>
            </a:pPr>
            <a:r>
              <a:rPr lang="lv-LV" altLang="en-US" sz="2100" dirty="0">
                <a:latin typeface="Courier New" panose="02070309020205020404" pitchFamily="49" charset="0"/>
              </a:rPr>
              <a:t>   </a:t>
            </a:r>
            <a:r>
              <a:rPr lang="lv-LV" altLang="en-US" sz="2100" dirty="0" err="1">
                <a:latin typeface="Courier New" panose="02070309020205020404" pitchFamily="49" charset="0"/>
              </a:rPr>
              <a:t>cout</a:t>
            </a:r>
            <a:r>
              <a:rPr lang="lv-LV" altLang="en-US" sz="2100" dirty="0">
                <a:latin typeface="Courier New" panose="02070309020205020404" pitchFamily="49" charset="0"/>
              </a:rPr>
              <a:t> &lt;&lt; *x &lt;&lt; </a:t>
            </a:r>
            <a:r>
              <a:rPr lang="lv-LV" altLang="en-US" sz="2100" dirty="0" err="1">
                <a:latin typeface="Courier New" panose="02070309020205020404" pitchFamily="49" charset="0"/>
              </a:rPr>
              <a:t>endl</a:t>
            </a:r>
            <a:r>
              <a:rPr lang="lv-LV" altLang="en-US" sz="2100" dirty="0">
                <a:latin typeface="Courier New" panose="02070309020205020404" pitchFamily="49" charset="0"/>
              </a:rPr>
              <a:t>;</a:t>
            </a:r>
          </a:p>
          <a:p>
            <a:pPr marL="381000" indent="-381000" eaLnBrk="1" hangingPunct="1">
              <a:lnSpc>
                <a:spcPct val="80000"/>
              </a:lnSpc>
              <a:buClr>
                <a:srgbClr val="0000FF"/>
              </a:buClr>
              <a:buFontTx/>
              <a:buAutoNum type="arabicPeriod"/>
            </a:pPr>
            <a:r>
              <a:rPr lang="lv-LV" altLang="en-US" sz="2100" dirty="0">
                <a:latin typeface="Courier New" panose="02070309020205020404" pitchFamily="49" charset="0"/>
              </a:rPr>
              <a:t>   </a:t>
            </a:r>
          </a:p>
          <a:p>
            <a:pPr marL="381000" indent="-381000" eaLnBrk="1" hangingPunct="1">
              <a:lnSpc>
                <a:spcPct val="80000"/>
              </a:lnSpc>
              <a:buClr>
                <a:srgbClr val="0000FF"/>
              </a:buClr>
              <a:buFontTx/>
              <a:buAutoNum type="arabicPeriod"/>
            </a:pPr>
            <a:r>
              <a:rPr lang="lv-LV" altLang="en-US" sz="2100" dirty="0">
                <a:latin typeface="Courier New" panose="02070309020205020404" pitchFamily="49" charset="0"/>
              </a:rPr>
              <a:t>   </a:t>
            </a:r>
            <a:r>
              <a:rPr lang="lv-LV" altLang="en-US" sz="2100" dirty="0" err="1">
                <a:latin typeface="Courier New" panose="02070309020205020404" pitchFamily="49" charset="0"/>
              </a:rPr>
              <a:t>system</a:t>
            </a:r>
            <a:r>
              <a:rPr lang="lv-LV" altLang="en-US" sz="2100" dirty="0">
                <a:latin typeface="Courier New" panose="02070309020205020404" pitchFamily="49" charset="0"/>
              </a:rPr>
              <a:t>("</a:t>
            </a:r>
            <a:r>
              <a:rPr lang="lv-LV" altLang="en-US" sz="2100" dirty="0" err="1">
                <a:latin typeface="Courier New" panose="02070309020205020404" pitchFamily="49" charset="0"/>
              </a:rPr>
              <a:t>pause</a:t>
            </a:r>
            <a:r>
              <a:rPr lang="lv-LV" altLang="en-US" sz="2100" dirty="0">
                <a:latin typeface="Courier New" panose="02070309020205020404" pitchFamily="49" charset="0"/>
              </a:rPr>
              <a:t>");</a:t>
            </a:r>
          </a:p>
          <a:p>
            <a:pPr marL="381000" indent="-381000" eaLnBrk="1" hangingPunct="1">
              <a:lnSpc>
                <a:spcPct val="80000"/>
              </a:lnSpc>
              <a:buClr>
                <a:srgbClr val="0000FF"/>
              </a:buClr>
              <a:buFontTx/>
              <a:buAutoNum type="arabicPeriod"/>
            </a:pPr>
            <a:r>
              <a:rPr lang="lv-LV" altLang="en-US" sz="2100" dirty="0">
                <a:latin typeface="Courier New" panose="02070309020205020404" pitchFamily="49" charset="0"/>
              </a:rPr>
              <a:t>  </a:t>
            </a:r>
            <a:r>
              <a:rPr lang="lv-LV" altLang="en-US" sz="2100" dirty="0" err="1">
                <a:latin typeface="Courier New" panose="02070309020205020404" pitchFamily="49" charset="0"/>
              </a:rPr>
              <a:t>return</a:t>
            </a:r>
            <a:r>
              <a:rPr lang="lv-LV" altLang="en-US" sz="2100" dirty="0">
                <a:latin typeface="Courier New" panose="02070309020205020404" pitchFamily="49" charset="0"/>
              </a:rPr>
              <a:t> 0;</a:t>
            </a:r>
          </a:p>
          <a:p>
            <a:pPr marL="381000" indent="-381000" eaLnBrk="1" hangingPunct="1">
              <a:lnSpc>
                <a:spcPct val="80000"/>
              </a:lnSpc>
              <a:buClr>
                <a:srgbClr val="0000FF"/>
              </a:buClr>
              <a:buFontTx/>
              <a:buAutoNum type="arabicPeriod"/>
            </a:pPr>
            <a:r>
              <a:rPr lang="lv-LV" altLang="en-US" sz="2100" dirty="0">
                <a:latin typeface="Courier New" panose="02070309020205020404" pitchFamily="49" charset="0"/>
              </a:rPr>
              <a:t>}</a:t>
            </a:r>
          </a:p>
        </p:txBody>
      </p:sp>
      <p:pic>
        <p:nvPicPr>
          <p:cNvPr id="13316" name="Picture 4">
            <a:extLst>
              <a:ext uri="{FF2B5EF4-FFF2-40B4-BE49-F238E27FC236}">
                <a16:creationId xmlns:a16="http://schemas.microsoft.com/office/drawing/2014/main" id="{DA5ADD2A-807C-4018-B89B-646502D1BB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625" y="4797425"/>
            <a:ext cx="321945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579F9A58-2641-4D43-AF88-2C3544A1870F}"/>
              </a:ext>
            </a:extLst>
          </p:cNvPr>
          <p:cNvSpPr>
            <a:spLocks noGrp="1" noChangeArrowheads="1"/>
          </p:cNvSpPr>
          <p:nvPr>
            <p:ph type="title"/>
          </p:nvPr>
        </p:nvSpPr>
        <p:spPr/>
        <p:txBody>
          <a:bodyPr/>
          <a:lstStyle/>
          <a:p>
            <a:pPr eaLnBrk="1" hangingPunct="1"/>
            <a:r>
              <a:rPr lang="lv-LV" altLang="en-US" dirty="0" err="1"/>
              <a:t>Pointers</a:t>
            </a:r>
            <a:r>
              <a:rPr lang="lv-LV" altLang="en-US" dirty="0"/>
              <a:t> </a:t>
            </a:r>
            <a:r>
              <a:rPr lang="lv-LV" altLang="en-US" dirty="0" err="1"/>
              <a:t>and</a:t>
            </a:r>
            <a:r>
              <a:rPr lang="lv-LV" altLang="en-US" dirty="0"/>
              <a:t> </a:t>
            </a:r>
            <a:r>
              <a:rPr lang="lv-LV" altLang="en-US" dirty="0" err="1"/>
              <a:t>Arrays</a:t>
            </a:r>
            <a:endParaRPr lang="lv-LV" altLang="en-US" dirty="0"/>
          </a:p>
        </p:txBody>
      </p:sp>
      <p:sp>
        <p:nvSpPr>
          <p:cNvPr id="14339" name="Rectangle 3">
            <a:extLst>
              <a:ext uri="{FF2B5EF4-FFF2-40B4-BE49-F238E27FC236}">
                <a16:creationId xmlns:a16="http://schemas.microsoft.com/office/drawing/2014/main" id="{3CE6E9FF-861C-43F4-8BFB-BA17D2FDF2C3}"/>
              </a:ext>
            </a:extLst>
          </p:cNvPr>
          <p:cNvSpPr>
            <a:spLocks noGrp="1" noChangeArrowheads="1"/>
          </p:cNvSpPr>
          <p:nvPr>
            <p:ph type="body" idx="1"/>
          </p:nvPr>
        </p:nvSpPr>
        <p:spPr>
          <a:xfrm>
            <a:off x="457200" y="1600200"/>
            <a:ext cx="8435975" cy="4525963"/>
          </a:xfrm>
        </p:spPr>
        <p:txBody>
          <a:bodyPr/>
          <a:lstStyle/>
          <a:p>
            <a:pPr eaLnBrk="1" hangingPunct="1"/>
            <a:r>
              <a:rPr lang="en-US" altLang="en-US" dirty="0"/>
              <a:t>As was mentioned </a:t>
            </a:r>
            <a:r>
              <a:rPr lang="lv-LV" altLang="en-US" dirty="0" err="1"/>
              <a:t>before</a:t>
            </a:r>
            <a:r>
              <a:rPr lang="en-US" altLang="en-US" dirty="0"/>
              <a:t>: array</a:t>
            </a:r>
            <a:r>
              <a:rPr lang="ru-RU" altLang="en-US" dirty="0"/>
              <a:t> </a:t>
            </a:r>
            <a:r>
              <a:rPr lang="en-US" altLang="en-US" dirty="0"/>
              <a:t>is the structure of the same data type values that are stored in a continuous memory area.
So if an array was defined </a:t>
            </a:r>
            <a:r>
              <a:rPr lang="lv-LV" altLang="en-US" sz="2800" dirty="0" err="1">
                <a:latin typeface="Courier New" panose="02070309020205020404" pitchFamily="49" charset="0"/>
              </a:rPr>
              <a:t>double</a:t>
            </a:r>
            <a:r>
              <a:rPr lang="lv-LV" altLang="en-US" sz="2800" dirty="0">
                <a:latin typeface="Courier New" panose="02070309020205020404" pitchFamily="49" charset="0"/>
              </a:rPr>
              <a:t> A[5]; </a:t>
            </a:r>
          </a:p>
          <a:p>
            <a:pPr eaLnBrk="1" hangingPunct="1">
              <a:buFontTx/>
              <a:buNone/>
            </a:pPr>
            <a:r>
              <a:rPr lang="lv-LV" altLang="en-US" dirty="0"/>
              <a:t>	</a:t>
            </a:r>
            <a:r>
              <a:rPr lang="en-US" altLang="en-US" dirty="0"/>
              <a:t>there will be</a:t>
            </a:r>
            <a:r>
              <a:rPr lang="lv-LV" altLang="en-US" dirty="0"/>
              <a:t> 5 </a:t>
            </a:r>
            <a:r>
              <a:rPr lang="lv-LV" altLang="en-US" sz="2800" dirty="0" err="1">
                <a:latin typeface="Courier New" panose="02070309020205020404" pitchFamily="49" charset="0"/>
              </a:rPr>
              <a:t>double</a:t>
            </a:r>
            <a:r>
              <a:rPr lang="lv-LV" altLang="en-US" dirty="0"/>
              <a:t> </a:t>
            </a:r>
            <a:r>
              <a:rPr lang="en-US" altLang="en-US" dirty="0"/>
              <a:t>type values created</a:t>
            </a:r>
            <a:r>
              <a:rPr lang="lv-LV" altLang="en-US" dirty="0"/>
              <a:t>:</a:t>
            </a:r>
          </a:p>
          <a:p>
            <a:pPr eaLnBrk="1" hangingPunct="1">
              <a:buFontTx/>
              <a:buNone/>
            </a:pPr>
            <a:r>
              <a:rPr lang="lv-LV" altLang="en-US" sz="2800" dirty="0">
                <a:latin typeface="Courier New" panose="02070309020205020404" pitchFamily="49" charset="0"/>
              </a:rPr>
              <a:t>	A[0], A[1], A[2], A[3], A[4].</a:t>
            </a:r>
            <a:endParaRPr lang="lv-LV" altLang="en-US" dirty="0"/>
          </a:p>
          <a:p>
            <a:pPr eaLnBrk="1" hangingPunct="1"/>
            <a:endParaRPr lang="lv-LV" altLang="en-US" dirty="0"/>
          </a:p>
        </p:txBody>
      </p:sp>
      <p:pic>
        <p:nvPicPr>
          <p:cNvPr id="2" name="Picture 1">
            <a:extLst>
              <a:ext uri="{FF2B5EF4-FFF2-40B4-BE49-F238E27FC236}">
                <a16:creationId xmlns:a16="http://schemas.microsoft.com/office/drawing/2014/main" id="{EC07A3BD-4EB2-4E97-B5F4-33EEA7F214A1}"/>
              </a:ext>
            </a:extLst>
          </p:cNvPr>
          <p:cNvPicPr>
            <a:picLocks noChangeAspect="1"/>
          </p:cNvPicPr>
          <p:nvPr/>
        </p:nvPicPr>
        <p:blipFill>
          <a:blip r:embed="rId2"/>
          <a:stretch>
            <a:fillRect/>
          </a:stretch>
        </p:blipFill>
        <p:spPr>
          <a:xfrm>
            <a:off x="827584" y="4868862"/>
            <a:ext cx="5600700" cy="1714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285E4ED-E635-4A72-ABAD-F14E61733CFB}"/>
              </a:ext>
            </a:extLst>
          </p:cNvPr>
          <p:cNvSpPr>
            <a:spLocks noGrp="1" noChangeArrowheads="1"/>
          </p:cNvSpPr>
          <p:nvPr>
            <p:ph type="title"/>
          </p:nvPr>
        </p:nvSpPr>
        <p:spPr>
          <a:xfrm>
            <a:off x="457200" y="66675"/>
            <a:ext cx="8229600" cy="868363"/>
          </a:xfrm>
        </p:spPr>
        <p:txBody>
          <a:bodyPr/>
          <a:lstStyle/>
          <a:p>
            <a:pPr eaLnBrk="1" hangingPunct="1"/>
            <a:r>
              <a:rPr lang="lv-LV" altLang="en-US" dirty="0" err="1"/>
              <a:t>Pointers</a:t>
            </a:r>
            <a:r>
              <a:rPr lang="lv-LV" altLang="en-US" dirty="0"/>
              <a:t> </a:t>
            </a:r>
            <a:r>
              <a:rPr lang="lv-LV" altLang="en-US" dirty="0" err="1"/>
              <a:t>and</a:t>
            </a:r>
            <a:r>
              <a:rPr lang="lv-LV" altLang="en-US" dirty="0"/>
              <a:t> </a:t>
            </a:r>
            <a:r>
              <a:rPr lang="lv-LV" altLang="en-US" dirty="0" err="1"/>
              <a:t>Arrays</a:t>
            </a:r>
            <a:endParaRPr lang="lv-LV" altLang="en-US" dirty="0"/>
          </a:p>
        </p:txBody>
      </p:sp>
      <p:sp>
        <p:nvSpPr>
          <p:cNvPr id="15363" name="Rectangle 3">
            <a:extLst>
              <a:ext uri="{FF2B5EF4-FFF2-40B4-BE49-F238E27FC236}">
                <a16:creationId xmlns:a16="http://schemas.microsoft.com/office/drawing/2014/main" id="{1FDC8971-A90E-48C3-AB44-61CA2AE9B22F}"/>
              </a:ext>
            </a:extLst>
          </p:cNvPr>
          <p:cNvSpPr>
            <a:spLocks noGrp="1" noChangeArrowheads="1"/>
          </p:cNvSpPr>
          <p:nvPr>
            <p:ph type="body" idx="1"/>
          </p:nvPr>
        </p:nvSpPr>
        <p:spPr>
          <a:xfrm>
            <a:off x="250825" y="912813"/>
            <a:ext cx="8642350" cy="5832475"/>
          </a:xfrm>
        </p:spPr>
        <p:txBody>
          <a:bodyPr/>
          <a:lstStyle/>
          <a:p>
            <a:pPr marL="533400" indent="-533400" eaLnBrk="1" hangingPunct="1">
              <a:lnSpc>
                <a:spcPct val="80000"/>
              </a:lnSpc>
              <a:buFontTx/>
              <a:buAutoNum type="arabicPeriod"/>
            </a:pPr>
            <a:r>
              <a:rPr lang="en-US" altLang="en-US" sz="2400" dirty="0"/>
              <a:t>When the array is defined </a:t>
            </a:r>
            <a:r>
              <a:rPr lang="lv-LV" altLang="en-US" sz="2000" dirty="0" err="1">
                <a:latin typeface="Courier New" panose="02070309020205020404" pitchFamily="49" charset="0"/>
              </a:rPr>
              <a:t>double</a:t>
            </a:r>
            <a:r>
              <a:rPr lang="lv-LV" altLang="en-US" sz="2000" dirty="0">
                <a:latin typeface="Courier New" panose="02070309020205020404" pitchFamily="49" charset="0"/>
              </a:rPr>
              <a:t> A[5];</a:t>
            </a:r>
          </a:p>
          <a:p>
            <a:pPr marL="533400" indent="-533400" eaLnBrk="1" hangingPunct="1">
              <a:lnSpc>
                <a:spcPct val="80000"/>
              </a:lnSpc>
              <a:buFontTx/>
              <a:buNone/>
            </a:pPr>
            <a:r>
              <a:rPr lang="lv-LV" altLang="en-US" sz="2400" dirty="0"/>
              <a:t>	</a:t>
            </a:r>
            <a:r>
              <a:rPr lang="en-US" altLang="en-US" sz="2400" dirty="0"/>
              <a:t>a pointer to its storage place will be created.</a:t>
            </a:r>
            <a:endParaRPr lang="lv-LV" altLang="en-US" sz="2400" dirty="0"/>
          </a:p>
          <a:p>
            <a:pPr marL="533400" indent="-533400" eaLnBrk="1" hangingPunct="1">
              <a:lnSpc>
                <a:spcPct val="80000"/>
              </a:lnSpc>
              <a:buFontTx/>
              <a:buAutoNum type="arabicPeriod" startAt="2"/>
            </a:pPr>
            <a:r>
              <a:rPr lang="lv-LV" altLang="en-US" sz="2400" dirty="0" err="1"/>
              <a:t>Compiler</a:t>
            </a:r>
            <a:r>
              <a:rPr lang="lv-LV" altLang="en-US" sz="2400" dirty="0"/>
              <a:t> </a:t>
            </a:r>
            <a:r>
              <a:rPr lang="lv-LV" altLang="en-US" sz="2400" dirty="0" err="1"/>
              <a:t>rebuilds</a:t>
            </a:r>
            <a:r>
              <a:rPr lang="lv-LV" altLang="en-US" sz="2400" dirty="0"/>
              <a:t> </a:t>
            </a:r>
            <a:r>
              <a:rPr lang="lv-LV" altLang="en-US" sz="2400" dirty="0" err="1"/>
              <a:t>syntax</a:t>
            </a:r>
            <a:r>
              <a:rPr lang="lv-LV" altLang="en-US" sz="2400" dirty="0"/>
              <a:t> </a:t>
            </a:r>
            <a:r>
              <a:rPr lang="lv-LV" altLang="en-US" sz="2400" dirty="0" err="1"/>
              <a:t>at</a:t>
            </a:r>
            <a:r>
              <a:rPr lang="lv-LV" altLang="en-US" sz="2400" dirty="0"/>
              <a:t> </a:t>
            </a:r>
            <a:r>
              <a:rPr lang="lv-LV" altLang="en-US" sz="2400" dirty="0" err="1"/>
              <a:t>compilation</a:t>
            </a:r>
            <a:r>
              <a:rPr lang="lv-LV" altLang="en-US" sz="2400" dirty="0"/>
              <a:t> </a:t>
            </a:r>
            <a:r>
              <a:rPr lang="en-US" altLang="en-US" sz="2400" dirty="0"/>
              <a:t>as</a:t>
            </a:r>
            <a:endParaRPr lang="lv-LV" altLang="en-US" sz="2400" dirty="0"/>
          </a:p>
          <a:p>
            <a:pPr marL="914400" lvl="1" indent="-457200" eaLnBrk="1" hangingPunct="1">
              <a:lnSpc>
                <a:spcPct val="80000"/>
              </a:lnSpc>
            </a:pPr>
            <a:r>
              <a:rPr lang="lv-LV" altLang="en-US" sz="1800" dirty="0" err="1">
                <a:latin typeface="Courier New" panose="02070309020205020404" pitchFamily="49" charset="0"/>
              </a:rPr>
              <a:t>double</a:t>
            </a:r>
            <a:r>
              <a:rPr lang="lv-LV" altLang="en-US" sz="1800" dirty="0">
                <a:latin typeface="Courier New" panose="02070309020205020404" pitchFamily="49" charset="0"/>
              </a:rPr>
              <a:t> A[5]; </a:t>
            </a:r>
            <a:r>
              <a:rPr lang="en-US" altLang="en-US" sz="2000" dirty="0"/>
              <a:t>to</a:t>
            </a:r>
            <a:r>
              <a:rPr lang="lv-LV" altLang="en-US" sz="1800" dirty="0">
                <a:latin typeface="Courier New" panose="02070309020205020404" pitchFamily="49" charset="0"/>
              </a:rPr>
              <a:t> </a:t>
            </a:r>
            <a:r>
              <a:rPr lang="lv-LV" altLang="en-US" sz="1800" dirty="0" err="1">
                <a:latin typeface="Courier New" panose="02070309020205020404" pitchFamily="49" charset="0"/>
              </a:rPr>
              <a:t>double</a:t>
            </a:r>
            <a:r>
              <a:rPr lang="lv-LV" altLang="en-US" sz="1800" dirty="0">
                <a:latin typeface="Courier New" panose="02070309020205020404" pitchFamily="49" charset="0"/>
              </a:rPr>
              <a:t> *A;</a:t>
            </a:r>
          </a:p>
          <a:p>
            <a:pPr marL="914400" lvl="1" indent="-457200" eaLnBrk="1" hangingPunct="1">
              <a:lnSpc>
                <a:spcPct val="80000"/>
              </a:lnSpc>
            </a:pPr>
            <a:r>
              <a:rPr lang="lv-LV" altLang="en-US" sz="1800" dirty="0">
                <a:latin typeface="Courier New" panose="02070309020205020404" pitchFamily="49" charset="0"/>
              </a:rPr>
              <a:t>A[0]=4; </a:t>
            </a:r>
            <a:r>
              <a:rPr lang="en-US" altLang="en-US" sz="1800" dirty="0"/>
              <a:t>to</a:t>
            </a:r>
            <a:r>
              <a:rPr lang="lv-LV" altLang="en-US" sz="1800" dirty="0">
                <a:latin typeface="Courier New" panose="02070309020205020404" pitchFamily="49" charset="0"/>
              </a:rPr>
              <a:t> *A=4;</a:t>
            </a:r>
          </a:p>
          <a:p>
            <a:pPr marL="914400" lvl="1" indent="-457200" eaLnBrk="1" hangingPunct="1">
              <a:lnSpc>
                <a:spcPct val="80000"/>
              </a:lnSpc>
            </a:pPr>
            <a:r>
              <a:rPr lang="lv-LV" altLang="en-US" sz="1800" dirty="0">
                <a:latin typeface="Courier New" panose="02070309020205020404" pitchFamily="49" charset="0"/>
              </a:rPr>
              <a:t>A[1]=8; </a:t>
            </a:r>
            <a:r>
              <a:rPr lang="en-US" altLang="en-US" sz="2000" dirty="0"/>
              <a:t>to</a:t>
            </a:r>
            <a:r>
              <a:rPr lang="lv-LV" altLang="en-US" sz="1800" dirty="0">
                <a:latin typeface="Courier New" panose="02070309020205020404" pitchFamily="49" charset="0"/>
              </a:rPr>
              <a:t> *(A+1)=8;</a:t>
            </a:r>
            <a:r>
              <a:rPr lang="lv-LV" altLang="en-US" sz="1800" dirty="0"/>
              <a:t> </a:t>
            </a:r>
            <a:r>
              <a:rPr lang="en-US" altLang="en-US" sz="1800" dirty="0"/>
              <a:t>where</a:t>
            </a:r>
            <a:r>
              <a:rPr lang="lv-LV" altLang="en-US" sz="1800" dirty="0"/>
              <a:t> +1 </a:t>
            </a:r>
            <a:r>
              <a:rPr lang="en-US" altLang="en-US" sz="1800" dirty="0"/>
              <a:t>is</a:t>
            </a:r>
            <a:r>
              <a:rPr lang="lv-LV" altLang="en-US" sz="1800" dirty="0"/>
              <a:t> +1 </a:t>
            </a:r>
            <a:r>
              <a:rPr lang="lv-LV" altLang="en-US" sz="1800" dirty="0" err="1"/>
              <a:t>double</a:t>
            </a:r>
            <a:r>
              <a:rPr lang="lv-LV" altLang="en-US" sz="1800" dirty="0"/>
              <a:t> </a:t>
            </a:r>
            <a:r>
              <a:rPr lang="en-US" altLang="en-US" sz="1800" dirty="0"/>
              <a:t>size</a:t>
            </a:r>
            <a:r>
              <a:rPr lang="lv-LV" altLang="en-US" sz="1800" dirty="0"/>
              <a:t>, </a:t>
            </a:r>
            <a:r>
              <a:rPr lang="en-US" altLang="en-US" sz="1800" dirty="0"/>
              <a:t>or</a:t>
            </a:r>
            <a:r>
              <a:rPr lang="lv-LV" altLang="en-US" sz="1800" dirty="0"/>
              <a:t> +8bytes</a:t>
            </a:r>
          </a:p>
          <a:p>
            <a:pPr marL="914400" lvl="1" indent="-457200" eaLnBrk="1" hangingPunct="1">
              <a:lnSpc>
                <a:spcPct val="80000"/>
              </a:lnSpc>
            </a:pPr>
            <a:r>
              <a:rPr lang="lv-LV" altLang="en-US" sz="1800" dirty="0"/>
              <a:t>…</a:t>
            </a:r>
          </a:p>
          <a:p>
            <a:pPr marL="914400" lvl="1" indent="-457200" eaLnBrk="1" hangingPunct="1">
              <a:lnSpc>
                <a:spcPct val="80000"/>
              </a:lnSpc>
            </a:pPr>
            <a:r>
              <a:rPr lang="lv-LV" altLang="en-US" sz="1800" dirty="0">
                <a:latin typeface="Courier New" panose="02070309020205020404" pitchFamily="49" charset="0"/>
              </a:rPr>
              <a:t>A[4]=5; </a:t>
            </a:r>
            <a:r>
              <a:rPr lang="en-US" altLang="en-US" sz="2000" dirty="0"/>
              <a:t>to</a:t>
            </a:r>
            <a:r>
              <a:rPr lang="lv-LV" altLang="en-US" sz="1800" dirty="0">
                <a:latin typeface="Courier New" panose="02070309020205020404" pitchFamily="49" charset="0"/>
              </a:rPr>
              <a:t> *(A+4)=5;</a:t>
            </a:r>
            <a:r>
              <a:rPr lang="lv-LV" altLang="en-US" sz="1800" dirty="0"/>
              <a:t> </a:t>
            </a:r>
            <a:r>
              <a:rPr lang="en-US" altLang="en-US" sz="1800" dirty="0"/>
              <a:t>where</a:t>
            </a:r>
            <a:r>
              <a:rPr lang="lv-LV" altLang="en-US" sz="1800" dirty="0"/>
              <a:t> +4 i</a:t>
            </a:r>
            <a:r>
              <a:rPr lang="en-US" altLang="en-US" sz="1800" dirty="0"/>
              <a:t>s</a:t>
            </a:r>
            <a:r>
              <a:rPr lang="lv-LV" altLang="en-US" sz="1800" dirty="0"/>
              <a:t> +4 </a:t>
            </a:r>
            <a:r>
              <a:rPr lang="lv-LV" altLang="en-US" sz="1800" dirty="0" err="1"/>
              <a:t>double</a:t>
            </a:r>
            <a:r>
              <a:rPr lang="lv-LV" altLang="en-US" sz="1800" dirty="0"/>
              <a:t> </a:t>
            </a:r>
            <a:r>
              <a:rPr lang="en-US" altLang="en-US" sz="1800" dirty="0"/>
              <a:t>size</a:t>
            </a:r>
            <a:r>
              <a:rPr lang="lv-LV" altLang="en-US" sz="1800" dirty="0"/>
              <a:t>, </a:t>
            </a:r>
            <a:r>
              <a:rPr lang="en-US" altLang="en-US" sz="1800" dirty="0"/>
              <a:t>or</a:t>
            </a:r>
            <a:r>
              <a:rPr lang="lv-LV" altLang="en-US" sz="1800" dirty="0"/>
              <a:t> +(4*8)</a:t>
            </a:r>
            <a:r>
              <a:rPr lang="lv-LV" altLang="en-US" sz="1800" dirty="0" err="1"/>
              <a:t>bytes</a:t>
            </a:r>
            <a:endParaRPr lang="lv-LV" altLang="en-US" sz="1800" dirty="0"/>
          </a:p>
          <a:p>
            <a:pPr marL="533400" indent="-533400" eaLnBrk="1" hangingPunct="1">
              <a:lnSpc>
                <a:spcPct val="80000"/>
              </a:lnSpc>
              <a:buFontTx/>
              <a:buAutoNum type="arabicPeriod" startAt="3"/>
            </a:pPr>
            <a:r>
              <a:rPr lang="en-US" altLang="en-US" sz="2400" dirty="0"/>
              <a:t>An interesting fact related to syntax, if </a:t>
            </a:r>
            <a:r>
              <a:rPr lang="lv-LV" altLang="en-US" sz="2000" dirty="0"/>
              <a:t> </a:t>
            </a:r>
            <a:r>
              <a:rPr lang="lv-LV" altLang="en-US" sz="2000" dirty="0">
                <a:latin typeface="Courier New" panose="02070309020205020404" pitchFamily="49" charset="0"/>
              </a:rPr>
              <a:t>A[2] </a:t>
            </a:r>
            <a:r>
              <a:rPr lang="lv-LV" altLang="en-US" sz="2400" dirty="0"/>
              <a:t>i</a:t>
            </a:r>
            <a:r>
              <a:rPr lang="en-US" altLang="en-US" sz="2400" dirty="0"/>
              <a:t>s</a:t>
            </a:r>
            <a:r>
              <a:rPr lang="lv-LV" altLang="en-US" sz="2000" dirty="0">
                <a:latin typeface="Courier New" panose="02070309020205020404" pitchFamily="49" charset="0"/>
              </a:rPr>
              <a:t> *(A+2) </a:t>
            </a:r>
            <a:r>
              <a:rPr lang="en-US" altLang="en-US" sz="2400" dirty="0"/>
              <a:t>a</a:t>
            </a:r>
            <a:r>
              <a:rPr lang="lv-LV" altLang="en-US" sz="2400" dirty="0"/>
              <a:t>n</a:t>
            </a:r>
            <a:r>
              <a:rPr lang="en-US" altLang="en-US" sz="2400" dirty="0"/>
              <a:t>d</a:t>
            </a:r>
            <a:r>
              <a:rPr lang="lv-LV" altLang="en-US" sz="2000" dirty="0">
                <a:latin typeface="Courier New" panose="02070309020205020404" pitchFamily="49" charset="0"/>
              </a:rPr>
              <a:t> *(A+2)=*(2+A) </a:t>
            </a:r>
            <a:r>
              <a:rPr lang="en-US" altLang="en-US" sz="2400" dirty="0"/>
              <a:t>than</a:t>
            </a:r>
            <a:r>
              <a:rPr lang="lv-LV" altLang="en-US" sz="2000" dirty="0"/>
              <a:t> </a:t>
            </a:r>
            <a:r>
              <a:rPr lang="lv-LV" altLang="en-US" sz="2000" dirty="0">
                <a:latin typeface="Courier New" panose="02070309020205020404" pitchFamily="49" charset="0"/>
              </a:rPr>
              <a:t>A[2] </a:t>
            </a:r>
            <a:r>
              <a:rPr lang="en-US" altLang="en-US" sz="2400" dirty="0"/>
              <a:t>is the same that </a:t>
            </a:r>
            <a:r>
              <a:rPr lang="lv-LV" altLang="en-US" sz="2000" dirty="0">
                <a:latin typeface="Courier New" panose="02070309020205020404" pitchFamily="49" charset="0"/>
              </a:rPr>
              <a:t>2[A],</a:t>
            </a:r>
            <a:r>
              <a:rPr lang="en-US" altLang="en-US" sz="2000" dirty="0">
                <a:latin typeface="Courier New" panose="02070309020205020404" pitchFamily="49" charset="0"/>
              </a:rPr>
              <a:t> </a:t>
            </a:r>
            <a:r>
              <a:rPr lang="en-US" altLang="en-US" sz="2400" dirty="0"/>
              <a:t>and you really can write like so :)</a:t>
            </a:r>
            <a:endParaRPr lang="lv-LV" altLang="en-US" sz="2400" dirty="0"/>
          </a:p>
          <a:p>
            <a:pPr marL="533400" indent="-533400" eaLnBrk="1" hangingPunct="1">
              <a:lnSpc>
                <a:spcPct val="80000"/>
              </a:lnSpc>
              <a:buFontTx/>
              <a:buAutoNum type="arabicPeriod" startAt="3"/>
            </a:pPr>
            <a:r>
              <a:rPr lang="en-US" altLang="en-US" sz="2400" dirty="0"/>
              <a:t>Another interesting fact – by defining a pointer</a:t>
            </a:r>
            <a:endParaRPr lang="lv-LV" altLang="en-US" sz="2400" dirty="0"/>
          </a:p>
          <a:p>
            <a:pPr marL="533400" indent="-533400" eaLnBrk="1" hangingPunct="1">
              <a:lnSpc>
                <a:spcPct val="80000"/>
              </a:lnSpc>
              <a:buFontTx/>
              <a:buNone/>
            </a:pPr>
            <a:r>
              <a:rPr lang="lv-LV" altLang="en-US" sz="2400" dirty="0"/>
              <a:t>	</a:t>
            </a:r>
            <a:r>
              <a:rPr lang="lv-LV" altLang="en-US" sz="2000" dirty="0" err="1">
                <a:latin typeface="Courier New" panose="02070309020205020404" pitchFamily="49" charset="0"/>
              </a:rPr>
              <a:t>int</a:t>
            </a:r>
            <a:r>
              <a:rPr lang="lv-LV" altLang="en-US" sz="2000" dirty="0">
                <a:latin typeface="Courier New" panose="02070309020205020404" pitchFamily="49" charset="0"/>
              </a:rPr>
              <a:t> *x=5; </a:t>
            </a:r>
            <a:r>
              <a:rPr lang="en-US" altLang="en-US" sz="2400" dirty="0"/>
              <a:t>you can write as</a:t>
            </a:r>
            <a:endParaRPr lang="lv-LV" altLang="en-US" sz="2400" dirty="0"/>
          </a:p>
          <a:p>
            <a:pPr marL="533400" indent="-533400" eaLnBrk="1" hangingPunct="1">
              <a:lnSpc>
                <a:spcPct val="80000"/>
              </a:lnSpc>
              <a:buFontTx/>
              <a:buNone/>
            </a:pPr>
            <a:r>
              <a:rPr lang="lv-LV" altLang="en-US" sz="2000" dirty="0">
                <a:latin typeface="Courier New" panose="02070309020205020404" pitchFamily="49" charset="0"/>
              </a:rPr>
              <a:t>	*(x+1)=7; *(x+2)=15; </a:t>
            </a:r>
            <a:r>
              <a:rPr lang="en-US" altLang="en-US" sz="2000" dirty="0"/>
              <a:t>etc.</a:t>
            </a:r>
            <a:endParaRPr lang="lv-LV" altLang="en-US" sz="2000" dirty="0">
              <a:latin typeface="Courier New" panose="02070309020205020404" pitchFamily="49" charset="0"/>
            </a:endParaRPr>
          </a:p>
          <a:p>
            <a:pPr marL="533400" indent="-533400" eaLnBrk="1" hangingPunct="1">
              <a:lnSpc>
                <a:spcPct val="80000"/>
              </a:lnSpc>
              <a:buFontTx/>
              <a:buNone/>
            </a:pPr>
            <a:r>
              <a:rPr lang="lv-LV" altLang="en-US" sz="2000" dirty="0">
                <a:latin typeface="Courier New" panose="02070309020205020404" pitchFamily="49" charset="0"/>
              </a:rPr>
              <a:t>	</a:t>
            </a:r>
            <a:r>
              <a:rPr lang="en-US" altLang="en-US" sz="2400" dirty="0"/>
              <a:t>It will also work in this way because addressing of the memory area takes place, but </a:t>
            </a:r>
            <a:r>
              <a:rPr lang="en-US" altLang="en-US" sz="2400" b="1" dirty="0"/>
              <a:t>DON’T USE </a:t>
            </a:r>
            <a:r>
              <a:rPr lang="en-US" altLang="en-US" sz="2400" dirty="0"/>
              <a:t>it because the data will be written in a non-reserved memory location and there can be stored some other program data!!!</a:t>
            </a:r>
            <a:endParaRPr lang="lv-LV" altLang="en-US" sz="2400" dirty="0"/>
          </a:p>
        </p:txBody>
      </p:sp>
      <p:grpSp>
        <p:nvGrpSpPr>
          <p:cNvPr id="2" name="Group 7">
            <a:extLst>
              <a:ext uri="{FF2B5EF4-FFF2-40B4-BE49-F238E27FC236}">
                <a16:creationId xmlns:a16="http://schemas.microsoft.com/office/drawing/2014/main" id="{346871A8-D46E-4E33-8C27-B32E7F3D2FEC}"/>
              </a:ext>
            </a:extLst>
          </p:cNvPr>
          <p:cNvGrpSpPr>
            <a:grpSpLocks/>
          </p:cNvGrpSpPr>
          <p:nvPr/>
        </p:nvGrpSpPr>
        <p:grpSpPr bwMode="auto">
          <a:xfrm>
            <a:off x="179388" y="260350"/>
            <a:ext cx="8824912" cy="4824413"/>
            <a:chOff x="113" y="164"/>
            <a:chExt cx="5559" cy="3039"/>
          </a:xfrm>
        </p:grpSpPr>
        <p:sp>
          <p:nvSpPr>
            <p:cNvPr id="15365" name="Oval 4">
              <a:extLst>
                <a:ext uri="{FF2B5EF4-FFF2-40B4-BE49-F238E27FC236}">
                  <a16:creationId xmlns:a16="http://schemas.microsoft.com/office/drawing/2014/main" id="{BA405C8D-3CC5-468E-B680-129130897529}"/>
                </a:ext>
              </a:extLst>
            </p:cNvPr>
            <p:cNvSpPr>
              <a:spLocks noChangeArrowheads="1"/>
            </p:cNvSpPr>
            <p:nvPr/>
          </p:nvSpPr>
          <p:spPr bwMode="auto">
            <a:xfrm>
              <a:off x="113" y="2115"/>
              <a:ext cx="272" cy="1088"/>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366" name="Text Box 5">
              <a:extLst>
                <a:ext uri="{FF2B5EF4-FFF2-40B4-BE49-F238E27FC236}">
                  <a16:creationId xmlns:a16="http://schemas.microsoft.com/office/drawing/2014/main" id="{2DBA4E5B-9D2C-42E4-BD16-4C30140145E0}"/>
                </a:ext>
              </a:extLst>
            </p:cNvPr>
            <p:cNvSpPr txBox="1">
              <a:spLocks noChangeArrowheads="1"/>
            </p:cNvSpPr>
            <p:nvPr/>
          </p:nvSpPr>
          <p:spPr bwMode="auto">
            <a:xfrm>
              <a:off x="4380" y="164"/>
              <a:ext cx="1292" cy="1367"/>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dirty="0"/>
                <a:t>This may not be allowed by all programming environments. But is supported in C++.
</a:t>
              </a:r>
              <a:endParaRPr lang="lv-LV" altLang="en-US" dirty="0"/>
            </a:p>
          </p:txBody>
        </p:sp>
        <p:sp>
          <p:nvSpPr>
            <p:cNvPr id="15367" name="Line 6">
              <a:extLst>
                <a:ext uri="{FF2B5EF4-FFF2-40B4-BE49-F238E27FC236}">
                  <a16:creationId xmlns:a16="http://schemas.microsoft.com/office/drawing/2014/main" id="{E3920E15-358B-4784-B823-F6FD99952B0F}"/>
                </a:ext>
              </a:extLst>
            </p:cNvPr>
            <p:cNvSpPr>
              <a:spLocks noChangeShapeType="1"/>
            </p:cNvSpPr>
            <p:nvPr/>
          </p:nvSpPr>
          <p:spPr bwMode="auto">
            <a:xfrm flipH="1">
              <a:off x="340" y="482"/>
              <a:ext cx="4037" cy="167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5B9E2B7A-69C6-43AA-AB66-CC50D000A7B0}"/>
              </a:ext>
            </a:extLst>
          </p:cNvPr>
          <p:cNvSpPr>
            <a:spLocks noGrp="1" noChangeArrowheads="1"/>
          </p:cNvSpPr>
          <p:nvPr>
            <p:ph type="title"/>
          </p:nvPr>
        </p:nvSpPr>
        <p:spPr>
          <a:xfrm>
            <a:off x="103188" y="116632"/>
            <a:ext cx="8943975" cy="725487"/>
          </a:xfrm>
        </p:spPr>
        <p:txBody>
          <a:bodyPr/>
          <a:lstStyle/>
          <a:p>
            <a:pPr eaLnBrk="1" hangingPunct="1"/>
            <a:r>
              <a:rPr lang="en-US" altLang="en-US" sz="3600" dirty="0"/>
              <a:t>M</a:t>
            </a:r>
            <a:r>
              <a:rPr lang="lv-LV" altLang="en-US" sz="3600" dirty="0" err="1"/>
              <a:t>ultidimensional</a:t>
            </a:r>
            <a:r>
              <a:rPr lang="lv-LV" altLang="en-US" sz="3600" dirty="0"/>
              <a:t> </a:t>
            </a:r>
            <a:r>
              <a:rPr lang="en-US" altLang="en-US" sz="3600" dirty="0"/>
              <a:t>a</a:t>
            </a:r>
            <a:r>
              <a:rPr lang="lv-LV" altLang="en-US" sz="3600" dirty="0" err="1"/>
              <a:t>rrays</a:t>
            </a:r>
            <a:r>
              <a:rPr lang="lv-LV" altLang="en-US" sz="3600" dirty="0"/>
              <a:t> </a:t>
            </a:r>
            <a:r>
              <a:rPr lang="lv-LV" altLang="en-US" sz="3600" dirty="0" err="1"/>
              <a:t>as</a:t>
            </a:r>
            <a:r>
              <a:rPr lang="lv-LV" altLang="en-US" sz="3600" dirty="0"/>
              <a:t> </a:t>
            </a:r>
            <a:r>
              <a:rPr lang="lv-LV" altLang="en-US" sz="3600" dirty="0" err="1"/>
              <a:t>function</a:t>
            </a:r>
            <a:r>
              <a:rPr lang="lv-LV" altLang="en-US" sz="3600" dirty="0"/>
              <a:t> arguments</a:t>
            </a:r>
          </a:p>
        </p:txBody>
      </p:sp>
      <p:sp>
        <p:nvSpPr>
          <p:cNvPr id="16387" name="Rectangle 3">
            <a:extLst>
              <a:ext uri="{FF2B5EF4-FFF2-40B4-BE49-F238E27FC236}">
                <a16:creationId xmlns:a16="http://schemas.microsoft.com/office/drawing/2014/main" id="{45D3BDD1-EFC0-470D-BA63-B44F021BC9C6}"/>
              </a:ext>
            </a:extLst>
          </p:cNvPr>
          <p:cNvSpPr>
            <a:spLocks noGrp="1" noChangeArrowheads="1"/>
          </p:cNvSpPr>
          <p:nvPr>
            <p:ph type="body" idx="1"/>
          </p:nvPr>
        </p:nvSpPr>
        <p:spPr>
          <a:xfrm>
            <a:off x="103188" y="904875"/>
            <a:ext cx="5400675" cy="4060825"/>
          </a:xfrm>
          <a:noFill/>
          <a:ln>
            <a:solidFill>
              <a:schemeClr val="tx1"/>
            </a:solidFill>
            <a:miter lim="800000"/>
            <a:headEnd/>
            <a:tailEnd/>
          </a:ln>
        </p:spPr>
        <p:txBody>
          <a:bodyPr/>
          <a:lstStyle/>
          <a:p>
            <a:pPr marL="444500" indent="-444500" eaLnBrk="1" hangingPunct="1">
              <a:lnSpc>
                <a:spcPct val="80000"/>
              </a:lnSpc>
              <a:buClr>
                <a:srgbClr val="0000FF"/>
              </a:buClr>
              <a:buFontTx/>
              <a:buAutoNum type="arabicPeriod"/>
            </a:pPr>
            <a:r>
              <a:rPr lang="lv-LV" altLang="en-US" sz="1600">
                <a:latin typeface="Courier New" panose="02070309020205020404" pitchFamily="49" charset="0"/>
              </a:rPr>
              <a:t>void Init_Array (double a[][4], int N)</a:t>
            </a:r>
          </a:p>
          <a:p>
            <a:pPr marL="444500" indent="-444500" eaLnBrk="1" hangingPunct="1">
              <a:lnSpc>
                <a:spcPct val="80000"/>
              </a:lnSpc>
              <a:buClr>
                <a:srgbClr val="0000FF"/>
              </a:buClr>
              <a:buFontTx/>
              <a:buAutoNum type="arabicPeriod"/>
            </a:pPr>
            <a:r>
              <a:rPr lang="lv-LV" altLang="en-US" sz="1600">
                <a:latin typeface="Courier New" panose="02070309020205020404" pitchFamily="49" charset="0"/>
              </a:rPr>
              <a:t>{</a:t>
            </a:r>
          </a:p>
          <a:p>
            <a:pPr marL="444500" indent="-444500" eaLnBrk="1" hangingPunct="1">
              <a:lnSpc>
                <a:spcPct val="80000"/>
              </a:lnSpc>
              <a:buClr>
                <a:srgbClr val="0000FF"/>
              </a:buClr>
              <a:buFontTx/>
              <a:buAutoNum type="arabicPeriod"/>
            </a:pPr>
            <a:r>
              <a:rPr lang="lv-LV" altLang="en-US" sz="1600">
                <a:latin typeface="Courier New" panose="02070309020205020404" pitchFamily="49" charset="0"/>
              </a:rPr>
              <a:t>    for(int i=0; i&lt;N; i++)</a:t>
            </a:r>
          </a:p>
          <a:p>
            <a:pPr marL="444500" indent="-444500" eaLnBrk="1" hangingPunct="1">
              <a:lnSpc>
                <a:spcPct val="80000"/>
              </a:lnSpc>
              <a:buClr>
                <a:srgbClr val="0000FF"/>
              </a:buClr>
              <a:buFontTx/>
              <a:buAutoNum type="arabicPeriod"/>
            </a:pPr>
            <a:r>
              <a:rPr lang="lv-LV" altLang="en-US" sz="1600">
                <a:latin typeface="Courier New" panose="02070309020205020404" pitchFamily="49" charset="0"/>
              </a:rPr>
              <a:t>        for(int j=0; j&lt;4; j++)</a:t>
            </a:r>
          </a:p>
          <a:p>
            <a:pPr marL="444500" indent="-444500" eaLnBrk="1" hangingPunct="1">
              <a:lnSpc>
                <a:spcPct val="80000"/>
              </a:lnSpc>
              <a:buClr>
                <a:srgbClr val="0000FF"/>
              </a:buClr>
              <a:buFontTx/>
              <a:buAutoNum type="arabicPeriod"/>
            </a:pPr>
            <a:r>
              <a:rPr lang="lv-LV" altLang="en-US" sz="1600">
                <a:latin typeface="Courier New" panose="02070309020205020404" pitchFamily="49" charset="0"/>
              </a:rPr>
              <a:t>                a[i][j] = rand()%10;</a:t>
            </a:r>
          </a:p>
          <a:p>
            <a:pPr marL="444500" indent="-444500" eaLnBrk="1" hangingPunct="1">
              <a:lnSpc>
                <a:spcPct val="80000"/>
              </a:lnSpc>
              <a:buClr>
                <a:srgbClr val="0000FF"/>
              </a:buClr>
              <a:buFontTx/>
              <a:buAutoNum type="arabicPeriod"/>
            </a:pPr>
            <a:r>
              <a:rPr lang="lv-LV" altLang="en-US" sz="1600">
                <a:latin typeface="Courier New" panose="02070309020205020404" pitchFamily="49" charset="0"/>
              </a:rPr>
              <a:t>}</a:t>
            </a:r>
          </a:p>
          <a:p>
            <a:pPr marL="444500" indent="-444500" eaLnBrk="1" hangingPunct="1">
              <a:lnSpc>
                <a:spcPct val="80000"/>
              </a:lnSpc>
              <a:buClr>
                <a:srgbClr val="0000FF"/>
              </a:buClr>
              <a:buFontTx/>
              <a:buAutoNum type="arabicPeriod"/>
            </a:pPr>
            <a:r>
              <a:rPr lang="lv-LV" altLang="en-US" sz="1600">
                <a:latin typeface="Courier New" panose="02070309020205020404" pitchFamily="49" charset="0"/>
              </a:rPr>
              <a:t> </a:t>
            </a:r>
          </a:p>
          <a:p>
            <a:pPr marL="444500" indent="-444500" eaLnBrk="1" hangingPunct="1">
              <a:lnSpc>
                <a:spcPct val="80000"/>
              </a:lnSpc>
              <a:buClr>
                <a:srgbClr val="0000FF"/>
              </a:buClr>
              <a:buFontTx/>
              <a:buAutoNum type="arabicPeriod"/>
            </a:pPr>
            <a:r>
              <a:rPr lang="lv-LV" altLang="en-US" sz="1600">
                <a:latin typeface="Courier New" panose="02070309020205020404" pitchFamily="49" charset="0"/>
              </a:rPr>
              <a:t>void Print_Array(double a[][4], int N)</a:t>
            </a:r>
          </a:p>
          <a:p>
            <a:pPr marL="444500" indent="-444500" eaLnBrk="1" hangingPunct="1">
              <a:lnSpc>
                <a:spcPct val="80000"/>
              </a:lnSpc>
              <a:buClr>
                <a:srgbClr val="0000FF"/>
              </a:buClr>
              <a:buFontTx/>
              <a:buAutoNum type="arabicPeriod"/>
            </a:pPr>
            <a:r>
              <a:rPr lang="lv-LV" altLang="en-US" sz="1600">
                <a:latin typeface="Courier New" panose="02070309020205020404" pitchFamily="49" charset="0"/>
              </a:rPr>
              <a:t>{</a:t>
            </a:r>
          </a:p>
          <a:p>
            <a:pPr marL="444500" indent="-444500" eaLnBrk="1" hangingPunct="1">
              <a:lnSpc>
                <a:spcPct val="80000"/>
              </a:lnSpc>
              <a:buClr>
                <a:srgbClr val="0000FF"/>
              </a:buClr>
              <a:buFontTx/>
              <a:buAutoNum type="arabicPeriod"/>
            </a:pPr>
            <a:r>
              <a:rPr lang="lv-LV" altLang="en-US" sz="1600">
                <a:latin typeface="Courier New" panose="02070309020205020404" pitchFamily="49" charset="0"/>
              </a:rPr>
              <a:t>    for(int i=0; i&lt;N; i++)</a:t>
            </a:r>
          </a:p>
          <a:p>
            <a:pPr marL="444500" indent="-444500" eaLnBrk="1" hangingPunct="1">
              <a:lnSpc>
                <a:spcPct val="80000"/>
              </a:lnSpc>
              <a:buClr>
                <a:srgbClr val="0000FF"/>
              </a:buClr>
              <a:buFontTx/>
              <a:buAutoNum type="arabicPeriod"/>
            </a:pPr>
            <a:r>
              <a:rPr lang="lv-LV" altLang="en-US" sz="1600">
                <a:latin typeface="Courier New" panose="02070309020205020404" pitchFamily="49" charset="0"/>
              </a:rPr>
              <a:t>    {</a:t>
            </a:r>
          </a:p>
          <a:p>
            <a:pPr marL="444500" indent="-444500" eaLnBrk="1" hangingPunct="1">
              <a:lnSpc>
                <a:spcPct val="80000"/>
              </a:lnSpc>
              <a:buClr>
                <a:srgbClr val="0000FF"/>
              </a:buClr>
              <a:buFontTx/>
              <a:buAutoNum type="arabicPeriod"/>
            </a:pPr>
            <a:r>
              <a:rPr lang="lv-LV" altLang="en-US" sz="1600">
                <a:latin typeface="Courier New" panose="02070309020205020404" pitchFamily="49" charset="0"/>
              </a:rPr>
              <a:t>        for(int j=0; j&lt;4; j++)</a:t>
            </a:r>
          </a:p>
          <a:p>
            <a:pPr marL="444500" indent="-444500" eaLnBrk="1" hangingPunct="1">
              <a:lnSpc>
                <a:spcPct val="80000"/>
              </a:lnSpc>
              <a:buClr>
                <a:srgbClr val="0000FF"/>
              </a:buClr>
              <a:buFontTx/>
              <a:buAutoNum type="arabicPeriod"/>
            </a:pPr>
            <a:r>
              <a:rPr lang="lv-LV" altLang="en-US" sz="1600">
                <a:latin typeface="Courier New" panose="02070309020205020404" pitchFamily="49" charset="0"/>
              </a:rPr>
              <a:t>            cout &lt;&lt; a[i][j] &lt;&lt; " ";</a:t>
            </a:r>
          </a:p>
          <a:p>
            <a:pPr marL="444500" indent="-444500" eaLnBrk="1" hangingPunct="1">
              <a:lnSpc>
                <a:spcPct val="80000"/>
              </a:lnSpc>
              <a:buClr>
                <a:srgbClr val="0000FF"/>
              </a:buClr>
              <a:buFontTx/>
              <a:buAutoNum type="arabicPeriod"/>
            </a:pPr>
            <a:r>
              <a:rPr lang="lv-LV" altLang="en-US" sz="1600">
                <a:latin typeface="Courier New" panose="02070309020205020404" pitchFamily="49" charset="0"/>
              </a:rPr>
              <a:t>        cout &lt;&lt; endl;</a:t>
            </a:r>
          </a:p>
          <a:p>
            <a:pPr marL="444500" indent="-444500" eaLnBrk="1" hangingPunct="1">
              <a:lnSpc>
                <a:spcPct val="80000"/>
              </a:lnSpc>
              <a:buClr>
                <a:srgbClr val="0000FF"/>
              </a:buClr>
              <a:buFontTx/>
              <a:buAutoNum type="arabicPeriod"/>
            </a:pPr>
            <a:r>
              <a:rPr lang="lv-LV" altLang="en-US" sz="1600">
                <a:latin typeface="Courier New" panose="02070309020205020404" pitchFamily="49" charset="0"/>
              </a:rPr>
              <a:t>    }</a:t>
            </a:r>
          </a:p>
          <a:p>
            <a:pPr marL="444500" indent="-444500" eaLnBrk="1" hangingPunct="1">
              <a:lnSpc>
                <a:spcPct val="80000"/>
              </a:lnSpc>
              <a:buClr>
                <a:srgbClr val="0000FF"/>
              </a:buClr>
              <a:buFontTx/>
              <a:buAutoNum type="arabicPeriod"/>
            </a:pPr>
            <a:r>
              <a:rPr lang="lv-LV" altLang="en-US" sz="1600">
                <a:latin typeface="Courier New" panose="02070309020205020404" pitchFamily="49" charset="0"/>
              </a:rPr>
              <a:t>}</a:t>
            </a:r>
          </a:p>
        </p:txBody>
      </p:sp>
      <p:sp>
        <p:nvSpPr>
          <p:cNvPr id="16388" name="Text Box 4">
            <a:extLst>
              <a:ext uri="{FF2B5EF4-FFF2-40B4-BE49-F238E27FC236}">
                <a16:creationId xmlns:a16="http://schemas.microsoft.com/office/drawing/2014/main" id="{E1C98560-7FF4-489A-A5DE-F980AC027F3E}"/>
              </a:ext>
            </a:extLst>
          </p:cNvPr>
          <p:cNvSpPr txBox="1">
            <a:spLocks noChangeArrowheads="1"/>
          </p:cNvSpPr>
          <p:nvPr/>
        </p:nvSpPr>
        <p:spPr bwMode="auto">
          <a:xfrm>
            <a:off x="4941888" y="3683000"/>
            <a:ext cx="4105275" cy="3035300"/>
          </a:xfrm>
          <a:prstGeom prst="rect">
            <a:avLst/>
          </a:prstGeom>
          <a:solidFill>
            <a:srgbClr val="FFFFFF"/>
          </a:solidFill>
          <a:ln w="9525">
            <a:solidFill>
              <a:schemeClr val="tx1"/>
            </a:solidFill>
            <a:miter lim="800000"/>
            <a:headEnd/>
            <a:tailEnd/>
          </a:ln>
        </p:spPr>
        <p:txBody>
          <a:bodyPr wrap="none">
            <a:spAutoFit/>
          </a:bodyPr>
          <a:lstStyle>
            <a:lvl1pPr marL="363538" indent="-363538"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Clr>
                <a:srgbClr val="0000FF"/>
              </a:buClr>
              <a:buFontTx/>
              <a:buAutoNum type="arabicPeriod" startAt="17"/>
            </a:pPr>
            <a:r>
              <a:rPr lang="en-US" altLang="en-US" sz="1600" dirty="0">
                <a:latin typeface="Courier New" panose="02070309020205020404" pitchFamily="49" charset="0"/>
              </a:rPr>
              <a:t>int main()</a:t>
            </a:r>
          </a:p>
          <a:p>
            <a:pPr eaLnBrk="1" hangingPunct="1">
              <a:buClr>
                <a:srgbClr val="0000FF"/>
              </a:buClr>
              <a:buFontTx/>
              <a:buAutoNum type="arabicPeriod" startAt="17"/>
            </a:pPr>
            <a:r>
              <a:rPr lang="en-US" altLang="en-US" sz="1600" dirty="0">
                <a:latin typeface="Courier New" panose="02070309020205020404" pitchFamily="49" charset="0"/>
              </a:rPr>
              <a:t>{</a:t>
            </a:r>
          </a:p>
          <a:p>
            <a:pPr eaLnBrk="1" hangingPunct="1">
              <a:buClr>
                <a:srgbClr val="0000FF"/>
              </a:buClr>
              <a:buFontTx/>
              <a:buAutoNum type="arabicPeriod" startAt="17"/>
            </a:pPr>
            <a:r>
              <a:rPr lang="en-US" altLang="en-US" sz="1600" dirty="0">
                <a:latin typeface="Courier New" panose="02070309020205020404" pitchFamily="49" charset="0"/>
              </a:rPr>
              <a:t>  </a:t>
            </a:r>
            <a:r>
              <a:rPr lang="en-US" altLang="en-US" sz="1600" dirty="0" err="1">
                <a:latin typeface="Courier New" panose="02070309020205020404" pitchFamily="49" charset="0"/>
              </a:rPr>
              <a:t>time_t</a:t>
            </a:r>
            <a:r>
              <a:rPr lang="en-US" altLang="en-US" sz="1600" dirty="0">
                <a:latin typeface="Courier New" panose="02070309020205020404" pitchFamily="49" charset="0"/>
              </a:rPr>
              <a:t> t;</a:t>
            </a:r>
          </a:p>
          <a:p>
            <a:pPr eaLnBrk="1" hangingPunct="1">
              <a:buClr>
                <a:srgbClr val="0000FF"/>
              </a:buClr>
              <a:buFontTx/>
              <a:buAutoNum type="arabicPeriod" startAt="17"/>
            </a:pPr>
            <a:r>
              <a:rPr lang="en-US" altLang="en-US" sz="1600" dirty="0">
                <a:latin typeface="Courier New" panose="02070309020205020404" pitchFamily="49" charset="0"/>
              </a:rPr>
              <a:t>  </a:t>
            </a:r>
            <a:r>
              <a:rPr lang="en-US" altLang="en-US" sz="1600" dirty="0" err="1">
                <a:latin typeface="Courier New" panose="02070309020205020404" pitchFamily="49" charset="0"/>
              </a:rPr>
              <a:t>srand</a:t>
            </a:r>
            <a:r>
              <a:rPr lang="en-US" altLang="en-US" sz="1600" dirty="0">
                <a:latin typeface="Courier New" panose="02070309020205020404" pitchFamily="49" charset="0"/>
              </a:rPr>
              <a:t>((unsigned) time(&amp;t));</a:t>
            </a:r>
          </a:p>
          <a:p>
            <a:pPr eaLnBrk="1" hangingPunct="1">
              <a:buClr>
                <a:srgbClr val="0000FF"/>
              </a:buClr>
              <a:buFontTx/>
              <a:buAutoNum type="arabicPeriod" startAt="17"/>
            </a:pPr>
            <a:r>
              <a:rPr lang="en-US" altLang="en-US" sz="1600" dirty="0">
                <a:latin typeface="Courier New" panose="02070309020205020404" pitchFamily="49" charset="0"/>
              </a:rPr>
              <a:t>  const int N=3;</a:t>
            </a:r>
          </a:p>
          <a:p>
            <a:pPr eaLnBrk="1" hangingPunct="1">
              <a:buClr>
                <a:srgbClr val="0000FF"/>
              </a:buClr>
              <a:buFontTx/>
              <a:buAutoNum type="arabicPeriod" startAt="17"/>
            </a:pPr>
            <a:r>
              <a:rPr lang="en-US" altLang="en-US" sz="1600" dirty="0">
                <a:latin typeface="Courier New" panose="02070309020205020404" pitchFamily="49" charset="0"/>
              </a:rPr>
              <a:t>  const int M=4;</a:t>
            </a:r>
          </a:p>
          <a:p>
            <a:pPr eaLnBrk="1" hangingPunct="1">
              <a:buClr>
                <a:srgbClr val="0000FF"/>
              </a:buClr>
              <a:buFontTx/>
              <a:buAutoNum type="arabicPeriod" startAt="17"/>
            </a:pPr>
            <a:r>
              <a:rPr lang="en-US" altLang="en-US" sz="1600" dirty="0">
                <a:latin typeface="Courier New" panose="02070309020205020404" pitchFamily="49" charset="0"/>
              </a:rPr>
              <a:t>  double a[N][M];</a:t>
            </a:r>
          </a:p>
          <a:p>
            <a:pPr eaLnBrk="1" hangingPunct="1">
              <a:buClr>
                <a:srgbClr val="0000FF"/>
              </a:buClr>
              <a:buFontTx/>
              <a:buAutoNum type="arabicPeriod" startAt="17"/>
            </a:pPr>
            <a:r>
              <a:rPr lang="en-US" altLang="en-US" sz="1600" dirty="0">
                <a:latin typeface="Courier New" panose="02070309020205020404" pitchFamily="49" charset="0"/>
              </a:rPr>
              <a:t>  </a:t>
            </a:r>
            <a:r>
              <a:rPr lang="en-US" altLang="en-US" sz="1600" dirty="0" err="1">
                <a:latin typeface="Courier New" panose="02070309020205020404" pitchFamily="49" charset="0"/>
              </a:rPr>
              <a:t>Init_Array</a:t>
            </a:r>
            <a:r>
              <a:rPr lang="en-US" altLang="en-US" sz="1600" dirty="0">
                <a:latin typeface="Courier New" panose="02070309020205020404" pitchFamily="49" charset="0"/>
              </a:rPr>
              <a:t>(</a:t>
            </a:r>
            <a:r>
              <a:rPr lang="en-US" altLang="en-US" sz="1600" dirty="0" err="1">
                <a:latin typeface="Courier New" panose="02070309020205020404" pitchFamily="49" charset="0"/>
              </a:rPr>
              <a:t>a,N</a:t>
            </a:r>
            <a:r>
              <a:rPr lang="en-US" altLang="en-US" sz="1600" dirty="0">
                <a:latin typeface="Courier New" panose="02070309020205020404" pitchFamily="49" charset="0"/>
              </a:rPr>
              <a:t>);</a:t>
            </a:r>
          </a:p>
          <a:p>
            <a:pPr eaLnBrk="1" hangingPunct="1">
              <a:buClr>
                <a:srgbClr val="0000FF"/>
              </a:buClr>
              <a:buFontTx/>
              <a:buAutoNum type="arabicPeriod" startAt="17"/>
            </a:pPr>
            <a:r>
              <a:rPr lang="en-US" altLang="en-US" sz="1600" dirty="0">
                <a:latin typeface="Courier New" panose="02070309020205020404" pitchFamily="49" charset="0"/>
              </a:rPr>
              <a:t>  </a:t>
            </a:r>
            <a:r>
              <a:rPr lang="en-US" altLang="en-US" sz="1600" dirty="0" err="1">
                <a:latin typeface="Courier New" panose="02070309020205020404" pitchFamily="49" charset="0"/>
              </a:rPr>
              <a:t>Print_Array</a:t>
            </a:r>
            <a:r>
              <a:rPr lang="en-US" altLang="en-US" sz="1600" dirty="0">
                <a:latin typeface="Courier New" panose="02070309020205020404" pitchFamily="49" charset="0"/>
              </a:rPr>
              <a:t>(</a:t>
            </a:r>
            <a:r>
              <a:rPr lang="en-US" altLang="en-US" sz="1600" dirty="0" err="1">
                <a:latin typeface="Courier New" panose="02070309020205020404" pitchFamily="49" charset="0"/>
              </a:rPr>
              <a:t>a,N</a:t>
            </a:r>
            <a:r>
              <a:rPr lang="en-US" altLang="en-US" sz="1600" dirty="0">
                <a:latin typeface="Courier New" panose="02070309020205020404" pitchFamily="49" charset="0"/>
              </a:rPr>
              <a:t>);</a:t>
            </a:r>
          </a:p>
          <a:p>
            <a:pPr eaLnBrk="1" hangingPunct="1">
              <a:buClr>
                <a:srgbClr val="0000FF"/>
              </a:buClr>
              <a:buFontTx/>
              <a:buAutoNum type="arabicPeriod" startAt="17"/>
            </a:pPr>
            <a:r>
              <a:rPr lang="en-US" altLang="en-US" sz="1600" dirty="0">
                <a:latin typeface="Courier New" panose="02070309020205020404" pitchFamily="49" charset="0"/>
              </a:rPr>
              <a:t>  system("pause");</a:t>
            </a:r>
          </a:p>
          <a:p>
            <a:pPr eaLnBrk="1" hangingPunct="1">
              <a:buClr>
                <a:srgbClr val="0000FF"/>
              </a:buClr>
              <a:buFontTx/>
              <a:buAutoNum type="arabicPeriod" startAt="17"/>
            </a:pPr>
            <a:r>
              <a:rPr lang="en-US" altLang="en-US" sz="1600" dirty="0">
                <a:latin typeface="Courier New" panose="02070309020205020404" pitchFamily="49" charset="0"/>
              </a:rPr>
              <a:t>  return 0;</a:t>
            </a:r>
          </a:p>
          <a:p>
            <a:pPr eaLnBrk="1" hangingPunct="1">
              <a:buClr>
                <a:srgbClr val="0000FF"/>
              </a:buClr>
              <a:buFontTx/>
              <a:buAutoNum type="arabicPeriod" startAt="17"/>
            </a:pPr>
            <a:r>
              <a:rPr lang="en-US" altLang="en-US" sz="1600" dirty="0">
                <a:latin typeface="Courier New" panose="02070309020205020404" pitchFamily="49" charset="0"/>
              </a:rPr>
              <a:t>}</a:t>
            </a:r>
            <a:endParaRPr lang="lv-LV" altLang="en-US" sz="1600" dirty="0">
              <a:latin typeface="Courier New" panose="02070309020205020404" pitchFamily="49" charset="0"/>
            </a:endParaRPr>
          </a:p>
        </p:txBody>
      </p:sp>
      <p:sp>
        <p:nvSpPr>
          <p:cNvPr id="16389" name="Rectangle 5">
            <a:extLst>
              <a:ext uri="{FF2B5EF4-FFF2-40B4-BE49-F238E27FC236}">
                <a16:creationId xmlns:a16="http://schemas.microsoft.com/office/drawing/2014/main" id="{3F03DFCA-98AE-4ED8-B37C-B7CD59CAD6F6}"/>
              </a:ext>
            </a:extLst>
          </p:cNvPr>
          <p:cNvSpPr>
            <a:spLocks noChangeArrowheads="1"/>
          </p:cNvSpPr>
          <p:nvPr/>
        </p:nvSpPr>
        <p:spPr bwMode="auto">
          <a:xfrm>
            <a:off x="5795963" y="908050"/>
            <a:ext cx="2890837" cy="1656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lv-LV" altLang="en-US" sz="2000" b="1" dirty="0">
                <a:latin typeface="Times New Roman" panose="02020603050405020304" pitchFamily="18" charset="0"/>
              </a:rPr>
              <a:t>1</a:t>
            </a:r>
            <a:r>
              <a:rPr lang="en-US" altLang="en-US" sz="2000" b="1" baseline="30000" dirty="0" err="1">
                <a:latin typeface="Times New Roman" panose="02020603050405020304" pitchFamily="18" charset="0"/>
              </a:rPr>
              <a:t>st</a:t>
            </a:r>
            <a:r>
              <a:rPr lang="en-US" altLang="en-US" sz="2000" b="1" dirty="0">
                <a:latin typeface="Times New Roman" panose="02020603050405020304" pitchFamily="18" charset="0"/>
              </a:rPr>
              <a:t> example</a:t>
            </a:r>
            <a:endParaRPr lang="lv-LV" altLang="en-US" sz="2000" b="1" dirty="0">
              <a:latin typeface="Times New Roman" panose="02020603050405020304" pitchFamily="18" charset="0"/>
            </a:endParaRPr>
          </a:p>
          <a:p>
            <a:pPr eaLnBrk="1" hangingPunct="1">
              <a:spcBef>
                <a:spcPct val="20000"/>
              </a:spcBef>
            </a:pPr>
            <a:r>
              <a:rPr lang="en-US" altLang="en-US" sz="2000" dirty="0">
                <a:latin typeface="Times New Roman" panose="02020603050405020304" pitchFamily="18" charset="0"/>
              </a:rPr>
              <a:t>Fill an array 3x4 with random numbers in a range of 0-9 and output to the screen.
</a:t>
            </a:r>
            <a:endParaRPr lang="lv-LV" altLang="en-US" sz="2000" dirty="0">
              <a:latin typeface="Times New Roman" panose="02020603050405020304" pitchFamily="18" charset="0"/>
            </a:endParaRPr>
          </a:p>
        </p:txBody>
      </p:sp>
      <p:pic>
        <p:nvPicPr>
          <p:cNvPr id="16390" name="Picture 6">
            <a:extLst>
              <a:ext uri="{FF2B5EF4-FFF2-40B4-BE49-F238E27FC236}">
                <a16:creationId xmlns:a16="http://schemas.microsoft.com/office/drawing/2014/main" id="{0C9B2832-A258-462B-96A4-9B336796CD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525" y="2636838"/>
            <a:ext cx="326707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Text Box 7">
            <a:extLst>
              <a:ext uri="{FF2B5EF4-FFF2-40B4-BE49-F238E27FC236}">
                <a16:creationId xmlns:a16="http://schemas.microsoft.com/office/drawing/2014/main" id="{7DFF6EEA-DBE9-4647-98AD-C25DCEF6B3DD}"/>
              </a:ext>
            </a:extLst>
          </p:cNvPr>
          <p:cNvSpPr txBox="1">
            <a:spLocks noChangeArrowheads="1"/>
          </p:cNvSpPr>
          <p:nvPr/>
        </p:nvSpPr>
        <p:spPr bwMode="auto">
          <a:xfrm>
            <a:off x="179388" y="5094288"/>
            <a:ext cx="4484687"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82563" indent="-182563"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Clr>
                <a:srgbClr val="0000FF"/>
              </a:buClr>
              <a:buFontTx/>
              <a:buAutoNum type="arabicPeriod"/>
            </a:pPr>
            <a:r>
              <a:rPr lang="en-US" altLang="en-US" sz="2000" dirty="0">
                <a:latin typeface="Times New Roman" panose="02020603050405020304" pitchFamily="18" charset="0"/>
              </a:rPr>
              <a:t>and</a:t>
            </a:r>
            <a:r>
              <a:rPr lang="lv-LV" altLang="en-US" sz="2000" dirty="0">
                <a:latin typeface="Times New Roman" panose="02020603050405020304" pitchFamily="18" charset="0"/>
              </a:rPr>
              <a:t> </a:t>
            </a:r>
            <a:r>
              <a:rPr lang="lv-LV" altLang="en-US" sz="2000" dirty="0">
                <a:solidFill>
                  <a:srgbClr val="0000FF"/>
                </a:solidFill>
                <a:latin typeface="Times New Roman" panose="02020603050405020304" pitchFamily="18" charset="0"/>
              </a:rPr>
              <a:t>8.</a:t>
            </a:r>
            <a:r>
              <a:rPr lang="lv-LV" altLang="en-US" sz="2000" dirty="0">
                <a:latin typeface="Times New Roman" panose="02020603050405020304" pitchFamily="18" charset="0"/>
              </a:rPr>
              <a:t> </a:t>
            </a:r>
            <a:r>
              <a:rPr lang="en-US" altLang="en-US" sz="2000" dirty="0">
                <a:latin typeface="Times New Roman" panose="02020603050405020304" pitchFamily="18" charset="0"/>
              </a:rPr>
              <a:t>All dimensions are mandatory except the first</a:t>
            </a:r>
            <a:r>
              <a:rPr lang="lv-LV" altLang="en-US" sz="2000" dirty="0">
                <a:latin typeface="Times New Roman" panose="02020603050405020304" pitchFamily="18" charset="0"/>
              </a:rPr>
              <a:t>.</a:t>
            </a:r>
          </a:p>
          <a:p>
            <a:pPr eaLnBrk="1" hangingPunct="1">
              <a:buClr>
                <a:srgbClr val="0000FF"/>
              </a:buClr>
              <a:buFontTx/>
              <a:buAutoNum type="arabicPeriod"/>
            </a:pPr>
            <a:endParaRPr lang="lv-LV" altLang="en-US" sz="2000" dirty="0">
              <a:latin typeface="Times New Roman" panose="02020603050405020304" pitchFamily="18" charset="0"/>
            </a:endParaRPr>
          </a:p>
          <a:p>
            <a:pPr eaLnBrk="1" hangingPunct="1">
              <a:buClr>
                <a:srgbClr val="0000FF"/>
              </a:buClr>
            </a:pPr>
            <a:r>
              <a:rPr lang="lv-LV" altLang="en-US" sz="2000" b="1" u="sng" dirty="0">
                <a:latin typeface="Times New Roman" panose="02020603050405020304" pitchFamily="18" charset="0"/>
              </a:rPr>
              <a:t>P</a:t>
            </a:r>
            <a:r>
              <a:rPr lang="en-US" altLang="en-US" sz="2000" b="1" u="sng" dirty="0">
                <a:latin typeface="Times New Roman" panose="02020603050405020304" pitchFamily="18" charset="0"/>
              </a:rPr>
              <a:t>ROBLEM</a:t>
            </a:r>
            <a:r>
              <a:rPr lang="lv-LV" altLang="en-US" sz="2000" dirty="0">
                <a:latin typeface="Times New Roman" panose="02020603050405020304" pitchFamily="18" charset="0"/>
              </a:rPr>
              <a:t> – </a:t>
            </a:r>
            <a:r>
              <a:rPr lang="en-US" altLang="en-US" sz="2000" dirty="0">
                <a:latin typeface="Times New Roman" panose="02020603050405020304" pitchFamily="18" charset="0"/>
              </a:rPr>
              <a:t>Functions are no longer universal</a:t>
            </a:r>
            <a:r>
              <a:rPr lang="lv-LV" altLang="en-US" sz="2000" dirty="0">
                <a:latin typeface="Times New Roman" panose="02020603050405020304" pitchFamily="18"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A0BF741-7E5C-4E3F-B006-972423079F26}"/>
              </a:ext>
            </a:extLst>
          </p:cNvPr>
          <p:cNvSpPr>
            <a:spLocks noGrp="1" noChangeArrowheads="1"/>
          </p:cNvSpPr>
          <p:nvPr>
            <p:ph type="title"/>
          </p:nvPr>
        </p:nvSpPr>
        <p:spPr>
          <a:xfrm>
            <a:off x="103188" y="44624"/>
            <a:ext cx="8937624" cy="725487"/>
          </a:xfrm>
        </p:spPr>
        <p:txBody>
          <a:bodyPr/>
          <a:lstStyle/>
          <a:p>
            <a:pPr eaLnBrk="1" hangingPunct="1"/>
            <a:r>
              <a:rPr lang="en-US" altLang="en-US" sz="3600" dirty="0"/>
              <a:t>M</a:t>
            </a:r>
            <a:r>
              <a:rPr lang="lv-LV" altLang="en-US" sz="3600" dirty="0" err="1"/>
              <a:t>ultidimensional</a:t>
            </a:r>
            <a:r>
              <a:rPr lang="lv-LV" altLang="en-US" sz="3600" dirty="0"/>
              <a:t> </a:t>
            </a:r>
            <a:r>
              <a:rPr lang="en-US" altLang="en-US" sz="3600" dirty="0"/>
              <a:t>a</a:t>
            </a:r>
            <a:r>
              <a:rPr lang="lv-LV" altLang="en-US" sz="3600" dirty="0" err="1"/>
              <a:t>rrays</a:t>
            </a:r>
            <a:r>
              <a:rPr lang="lv-LV" altLang="en-US" sz="3600" dirty="0"/>
              <a:t> </a:t>
            </a:r>
            <a:r>
              <a:rPr lang="lv-LV" altLang="en-US" sz="3600" dirty="0" err="1"/>
              <a:t>as</a:t>
            </a:r>
            <a:r>
              <a:rPr lang="lv-LV" altLang="en-US" sz="3600" dirty="0"/>
              <a:t> </a:t>
            </a:r>
            <a:r>
              <a:rPr lang="lv-LV" altLang="en-US" sz="3600" dirty="0" err="1"/>
              <a:t>function</a:t>
            </a:r>
            <a:r>
              <a:rPr lang="lv-LV" altLang="en-US" sz="3600" dirty="0"/>
              <a:t> arguments</a:t>
            </a:r>
          </a:p>
        </p:txBody>
      </p:sp>
      <p:sp>
        <p:nvSpPr>
          <p:cNvPr id="17411" name="Rectangle 3">
            <a:extLst>
              <a:ext uri="{FF2B5EF4-FFF2-40B4-BE49-F238E27FC236}">
                <a16:creationId xmlns:a16="http://schemas.microsoft.com/office/drawing/2014/main" id="{FB85907C-721C-43CB-AB18-5F19A558AAA6}"/>
              </a:ext>
            </a:extLst>
          </p:cNvPr>
          <p:cNvSpPr>
            <a:spLocks noGrp="1" noChangeArrowheads="1"/>
          </p:cNvSpPr>
          <p:nvPr>
            <p:ph type="body" idx="1"/>
          </p:nvPr>
        </p:nvSpPr>
        <p:spPr>
          <a:xfrm>
            <a:off x="103188" y="658862"/>
            <a:ext cx="5400675" cy="3706242"/>
          </a:xfrm>
          <a:noFill/>
          <a:ln>
            <a:solidFill>
              <a:schemeClr val="tx1"/>
            </a:solidFill>
            <a:miter lim="800000"/>
            <a:headEnd/>
            <a:tailEnd/>
          </a:ln>
        </p:spPr>
        <p:txBody>
          <a:bodyPr/>
          <a:lstStyle/>
          <a:p>
            <a:pPr marL="444500" indent="-444500" eaLnBrk="1" hangingPunct="1">
              <a:lnSpc>
                <a:spcPct val="80000"/>
              </a:lnSpc>
              <a:buClr>
                <a:srgbClr val="0000FF"/>
              </a:buClr>
              <a:buFontTx/>
              <a:buAutoNum type="arabicPeriod"/>
            </a:pPr>
            <a:r>
              <a:rPr lang="lv-LV" altLang="en-US" sz="1600" dirty="0" err="1">
                <a:latin typeface="Courier New" panose="02070309020205020404" pitchFamily="49" charset="0"/>
              </a:rPr>
              <a:t>void</a:t>
            </a:r>
            <a:r>
              <a:rPr lang="lv-LV" altLang="en-US" sz="1600" dirty="0">
                <a:latin typeface="Courier New" panose="02070309020205020404" pitchFamily="49" charset="0"/>
              </a:rPr>
              <a:t> </a:t>
            </a:r>
            <a:r>
              <a:rPr lang="lv-LV" altLang="en-US" sz="1600" dirty="0" err="1">
                <a:latin typeface="Courier New" panose="02070309020205020404" pitchFamily="49" charset="0"/>
              </a:rPr>
              <a:t>Init_Array</a:t>
            </a:r>
            <a:r>
              <a:rPr lang="lv-LV" altLang="en-US" sz="1600" dirty="0">
                <a:latin typeface="Courier New" panose="02070309020205020404" pitchFamily="49" charset="0"/>
              </a:rPr>
              <a:t> (</a:t>
            </a:r>
            <a:r>
              <a:rPr lang="lv-LV" altLang="en-US" sz="1600" dirty="0" err="1">
                <a:latin typeface="Courier New" panose="02070309020205020404" pitchFamily="49" charset="0"/>
              </a:rPr>
              <a:t>int</a:t>
            </a:r>
            <a:r>
              <a:rPr lang="lv-LV" altLang="en-US" sz="1600" dirty="0">
                <a:latin typeface="Courier New" panose="02070309020205020404" pitchFamily="49" charset="0"/>
              </a:rPr>
              <a:t> *a, </a:t>
            </a:r>
            <a:r>
              <a:rPr lang="lv-LV" altLang="en-US" sz="1600" dirty="0" err="1">
                <a:latin typeface="Courier New" panose="02070309020205020404" pitchFamily="49" charset="0"/>
              </a:rPr>
              <a:t>int</a:t>
            </a:r>
            <a:r>
              <a:rPr lang="lv-LV" altLang="en-US" sz="1600" dirty="0">
                <a:latin typeface="Courier New" panose="02070309020205020404" pitchFamily="49" charset="0"/>
              </a:rPr>
              <a:t> N, </a:t>
            </a:r>
            <a:r>
              <a:rPr lang="lv-LV" altLang="en-US" sz="1600" dirty="0" err="1">
                <a:latin typeface="Courier New" panose="02070309020205020404" pitchFamily="49" charset="0"/>
              </a:rPr>
              <a:t>int</a:t>
            </a:r>
            <a:r>
              <a:rPr lang="lv-LV" altLang="en-US" sz="1600" dirty="0">
                <a:latin typeface="Courier New" panose="02070309020205020404" pitchFamily="49" charset="0"/>
              </a:rPr>
              <a:t> M)</a:t>
            </a:r>
          </a:p>
          <a:p>
            <a:pPr marL="444500" indent="-444500" eaLnBrk="1" hangingPunct="1">
              <a:lnSpc>
                <a:spcPct val="80000"/>
              </a:lnSpc>
              <a:buClr>
                <a:srgbClr val="0000FF"/>
              </a:buClr>
              <a:buFontTx/>
              <a:buAutoNum type="arabicPeriod"/>
            </a:pPr>
            <a:r>
              <a:rPr lang="lv-LV" altLang="en-US" sz="1600" dirty="0">
                <a:latin typeface="Courier New" panose="02070309020205020404" pitchFamily="49" charset="0"/>
              </a:rPr>
              <a:t>{</a:t>
            </a:r>
          </a:p>
          <a:p>
            <a:pPr marL="444500" indent="-444500" eaLnBrk="1" hangingPunct="1">
              <a:lnSpc>
                <a:spcPct val="80000"/>
              </a:lnSpc>
              <a:buClr>
                <a:srgbClr val="0000FF"/>
              </a:buClr>
              <a:buFontTx/>
              <a:buAutoNum type="arabicPeriod"/>
            </a:pPr>
            <a:r>
              <a:rPr lang="lv-LV" altLang="en-US" sz="1600" dirty="0">
                <a:latin typeface="Courier New" panose="02070309020205020404" pitchFamily="49" charset="0"/>
              </a:rPr>
              <a:t>    </a:t>
            </a:r>
            <a:r>
              <a:rPr lang="lv-LV" altLang="en-US" sz="1600" dirty="0" err="1">
                <a:latin typeface="Courier New" panose="02070309020205020404" pitchFamily="49" charset="0"/>
              </a:rPr>
              <a:t>for</a:t>
            </a:r>
            <a:r>
              <a:rPr lang="lv-LV" altLang="en-US" sz="1600" dirty="0">
                <a:latin typeface="Courier New" panose="02070309020205020404" pitchFamily="49" charset="0"/>
              </a:rPr>
              <a:t>(</a:t>
            </a:r>
            <a:r>
              <a:rPr lang="lv-LV" altLang="en-US" sz="1600" dirty="0" err="1">
                <a:latin typeface="Courier New" panose="02070309020205020404" pitchFamily="49" charset="0"/>
              </a:rPr>
              <a:t>int</a:t>
            </a:r>
            <a:r>
              <a:rPr lang="lv-LV" altLang="en-US" sz="1600" dirty="0">
                <a:latin typeface="Courier New" panose="02070309020205020404" pitchFamily="49" charset="0"/>
              </a:rPr>
              <a:t> i=0; i&lt;N*M; i++)</a:t>
            </a:r>
          </a:p>
          <a:p>
            <a:pPr marL="444500" indent="-444500" eaLnBrk="1" hangingPunct="1">
              <a:lnSpc>
                <a:spcPct val="80000"/>
              </a:lnSpc>
              <a:buClr>
                <a:srgbClr val="0000FF"/>
              </a:buClr>
              <a:buFontTx/>
              <a:buAutoNum type="arabicPeriod"/>
            </a:pPr>
            <a:r>
              <a:rPr lang="lv-LV" altLang="en-US" sz="1600" dirty="0">
                <a:latin typeface="Courier New" panose="02070309020205020404" pitchFamily="49" charset="0"/>
              </a:rPr>
              <a:t>        *(</a:t>
            </a:r>
            <a:r>
              <a:rPr lang="lv-LV" altLang="en-US" sz="1600" dirty="0" err="1">
                <a:latin typeface="Courier New" panose="02070309020205020404" pitchFamily="49" charset="0"/>
              </a:rPr>
              <a:t>a+i</a:t>
            </a:r>
            <a:r>
              <a:rPr lang="lv-LV" altLang="en-US" sz="1600" dirty="0">
                <a:latin typeface="Courier New" panose="02070309020205020404" pitchFamily="49" charset="0"/>
              </a:rPr>
              <a:t>) = </a:t>
            </a:r>
            <a:r>
              <a:rPr lang="lv-LV" altLang="en-US" sz="1600" dirty="0" err="1">
                <a:latin typeface="Courier New" panose="02070309020205020404" pitchFamily="49" charset="0"/>
              </a:rPr>
              <a:t>rand</a:t>
            </a:r>
            <a:r>
              <a:rPr lang="lv-LV" altLang="en-US" sz="1600" dirty="0">
                <a:latin typeface="Courier New" panose="02070309020205020404" pitchFamily="49" charset="0"/>
              </a:rPr>
              <a:t>()%10;</a:t>
            </a:r>
          </a:p>
          <a:p>
            <a:pPr marL="444500" indent="-444500" eaLnBrk="1" hangingPunct="1">
              <a:lnSpc>
                <a:spcPct val="80000"/>
              </a:lnSpc>
              <a:buClr>
                <a:srgbClr val="0000FF"/>
              </a:buClr>
              <a:buFontTx/>
              <a:buAutoNum type="arabicPeriod"/>
            </a:pPr>
            <a:r>
              <a:rPr lang="lv-LV" altLang="en-US" sz="1600" dirty="0">
                <a:latin typeface="Courier New" panose="02070309020205020404" pitchFamily="49" charset="0"/>
              </a:rPr>
              <a:t>}</a:t>
            </a:r>
          </a:p>
          <a:p>
            <a:pPr marL="444500" indent="-444500" eaLnBrk="1" hangingPunct="1">
              <a:lnSpc>
                <a:spcPct val="80000"/>
              </a:lnSpc>
              <a:buClr>
                <a:srgbClr val="0000FF"/>
              </a:buClr>
              <a:buFontTx/>
              <a:buAutoNum type="arabicPeriod"/>
            </a:pPr>
            <a:r>
              <a:rPr lang="lv-LV" altLang="en-US" sz="1600" dirty="0">
                <a:latin typeface="Courier New" panose="02070309020205020404" pitchFamily="49" charset="0"/>
              </a:rPr>
              <a:t> </a:t>
            </a:r>
          </a:p>
          <a:p>
            <a:pPr marL="444500" indent="-444500" eaLnBrk="1" hangingPunct="1">
              <a:lnSpc>
                <a:spcPct val="80000"/>
              </a:lnSpc>
              <a:buClr>
                <a:srgbClr val="0000FF"/>
              </a:buClr>
              <a:buFontTx/>
              <a:buAutoNum type="arabicPeriod"/>
            </a:pPr>
            <a:r>
              <a:rPr lang="lv-LV" altLang="en-US" sz="1600" dirty="0" err="1">
                <a:latin typeface="Courier New" panose="02070309020205020404" pitchFamily="49" charset="0"/>
              </a:rPr>
              <a:t>void</a:t>
            </a:r>
            <a:r>
              <a:rPr lang="lv-LV" altLang="en-US" sz="1600" dirty="0">
                <a:latin typeface="Courier New" panose="02070309020205020404" pitchFamily="49" charset="0"/>
              </a:rPr>
              <a:t> </a:t>
            </a:r>
            <a:r>
              <a:rPr lang="lv-LV" altLang="en-US" sz="1600" dirty="0" err="1">
                <a:latin typeface="Courier New" panose="02070309020205020404" pitchFamily="49" charset="0"/>
              </a:rPr>
              <a:t>Print_Array</a:t>
            </a:r>
            <a:r>
              <a:rPr lang="lv-LV" altLang="en-US" sz="1600" dirty="0">
                <a:latin typeface="Courier New" panose="02070309020205020404" pitchFamily="49" charset="0"/>
              </a:rPr>
              <a:t>(</a:t>
            </a:r>
            <a:r>
              <a:rPr lang="lv-LV" altLang="en-US" sz="1600" dirty="0" err="1">
                <a:latin typeface="Courier New" panose="02070309020205020404" pitchFamily="49" charset="0"/>
              </a:rPr>
              <a:t>int</a:t>
            </a:r>
            <a:r>
              <a:rPr lang="lv-LV" altLang="en-US" sz="1600" dirty="0">
                <a:latin typeface="Courier New" panose="02070309020205020404" pitchFamily="49" charset="0"/>
              </a:rPr>
              <a:t> *a, </a:t>
            </a:r>
            <a:r>
              <a:rPr lang="lv-LV" altLang="en-US" sz="1600" dirty="0" err="1">
                <a:latin typeface="Courier New" panose="02070309020205020404" pitchFamily="49" charset="0"/>
              </a:rPr>
              <a:t>int</a:t>
            </a:r>
            <a:r>
              <a:rPr lang="lv-LV" altLang="en-US" sz="1600" dirty="0">
                <a:latin typeface="Courier New" panose="02070309020205020404" pitchFamily="49" charset="0"/>
              </a:rPr>
              <a:t> N, </a:t>
            </a:r>
            <a:r>
              <a:rPr lang="lv-LV" altLang="en-US" sz="1600" dirty="0" err="1">
                <a:latin typeface="Courier New" panose="02070309020205020404" pitchFamily="49" charset="0"/>
              </a:rPr>
              <a:t>int</a:t>
            </a:r>
            <a:r>
              <a:rPr lang="lv-LV" altLang="en-US" sz="1600" dirty="0">
                <a:latin typeface="Courier New" panose="02070309020205020404" pitchFamily="49" charset="0"/>
              </a:rPr>
              <a:t> M)</a:t>
            </a:r>
          </a:p>
          <a:p>
            <a:pPr marL="444500" indent="-444500" eaLnBrk="1" hangingPunct="1">
              <a:lnSpc>
                <a:spcPct val="80000"/>
              </a:lnSpc>
              <a:buClr>
                <a:srgbClr val="0000FF"/>
              </a:buClr>
              <a:buFontTx/>
              <a:buAutoNum type="arabicPeriod"/>
            </a:pPr>
            <a:r>
              <a:rPr lang="lv-LV" altLang="en-US" sz="1600" dirty="0">
                <a:latin typeface="Courier New" panose="02070309020205020404" pitchFamily="49" charset="0"/>
              </a:rPr>
              <a:t>{</a:t>
            </a:r>
          </a:p>
          <a:p>
            <a:pPr marL="444500" indent="-444500" eaLnBrk="1" hangingPunct="1">
              <a:lnSpc>
                <a:spcPct val="80000"/>
              </a:lnSpc>
              <a:buClr>
                <a:srgbClr val="0000FF"/>
              </a:buClr>
              <a:buFontTx/>
              <a:buAutoNum type="arabicPeriod"/>
            </a:pPr>
            <a:r>
              <a:rPr lang="lv-LV" altLang="en-US" sz="1600" dirty="0">
                <a:latin typeface="Courier New" panose="02070309020205020404" pitchFamily="49" charset="0"/>
              </a:rPr>
              <a:t>    </a:t>
            </a:r>
            <a:r>
              <a:rPr lang="lv-LV" altLang="en-US" sz="1600" dirty="0" err="1">
                <a:latin typeface="Courier New" panose="02070309020205020404" pitchFamily="49" charset="0"/>
              </a:rPr>
              <a:t>for</a:t>
            </a:r>
            <a:r>
              <a:rPr lang="lv-LV" altLang="en-US" sz="1600" dirty="0">
                <a:latin typeface="Courier New" panose="02070309020205020404" pitchFamily="49" charset="0"/>
              </a:rPr>
              <a:t>(</a:t>
            </a:r>
            <a:r>
              <a:rPr lang="lv-LV" altLang="en-US" sz="1600" dirty="0" err="1">
                <a:latin typeface="Courier New" panose="02070309020205020404" pitchFamily="49" charset="0"/>
              </a:rPr>
              <a:t>int</a:t>
            </a:r>
            <a:r>
              <a:rPr lang="lv-LV" altLang="en-US" sz="1600" dirty="0">
                <a:latin typeface="Courier New" panose="02070309020205020404" pitchFamily="49" charset="0"/>
              </a:rPr>
              <a:t> i=0; i&lt;N*M; i++)</a:t>
            </a:r>
          </a:p>
          <a:p>
            <a:pPr marL="444500" indent="-444500" eaLnBrk="1" hangingPunct="1">
              <a:lnSpc>
                <a:spcPct val="80000"/>
              </a:lnSpc>
              <a:buClr>
                <a:srgbClr val="0000FF"/>
              </a:buClr>
              <a:buFontTx/>
              <a:buAutoNum type="arabicPeriod"/>
            </a:pPr>
            <a:r>
              <a:rPr lang="lv-LV" altLang="en-US" sz="1600" dirty="0">
                <a:latin typeface="Courier New" panose="02070309020205020404" pitchFamily="49" charset="0"/>
              </a:rPr>
              <a:t>    {</a:t>
            </a:r>
          </a:p>
          <a:p>
            <a:pPr marL="444500" indent="-444500" eaLnBrk="1" hangingPunct="1">
              <a:lnSpc>
                <a:spcPct val="80000"/>
              </a:lnSpc>
              <a:buClr>
                <a:srgbClr val="0000FF"/>
              </a:buClr>
              <a:buFontTx/>
              <a:buAutoNum type="arabicPeriod"/>
            </a:pPr>
            <a:r>
              <a:rPr lang="lv-LV" altLang="en-US" sz="1600" dirty="0">
                <a:latin typeface="Courier New" panose="02070309020205020404" pitchFamily="49" charset="0"/>
              </a:rPr>
              <a:t>        </a:t>
            </a:r>
            <a:r>
              <a:rPr lang="lv-LV" altLang="en-US" sz="1600" dirty="0" err="1">
                <a:latin typeface="Courier New" panose="02070309020205020404" pitchFamily="49" charset="0"/>
              </a:rPr>
              <a:t>cout</a:t>
            </a:r>
            <a:r>
              <a:rPr lang="lv-LV" altLang="en-US" sz="1600" dirty="0">
                <a:latin typeface="Courier New" panose="02070309020205020404" pitchFamily="49" charset="0"/>
              </a:rPr>
              <a:t> &lt;&lt; *(</a:t>
            </a:r>
            <a:r>
              <a:rPr lang="lv-LV" altLang="en-US" sz="1600" dirty="0" err="1">
                <a:latin typeface="Courier New" panose="02070309020205020404" pitchFamily="49" charset="0"/>
              </a:rPr>
              <a:t>a+i</a:t>
            </a:r>
            <a:r>
              <a:rPr lang="lv-LV" altLang="en-US" sz="1600" dirty="0">
                <a:latin typeface="Courier New" panose="02070309020205020404" pitchFamily="49" charset="0"/>
              </a:rPr>
              <a:t>) &lt;&lt; " ";</a:t>
            </a:r>
          </a:p>
          <a:p>
            <a:pPr marL="444500" indent="-444500" eaLnBrk="1" hangingPunct="1">
              <a:lnSpc>
                <a:spcPct val="80000"/>
              </a:lnSpc>
              <a:buClr>
                <a:srgbClr val="0000FF"/>
              </a:buClr>
              <a:buFontTx/>
              <a:buAutoNum type="arabicPeriod"/>
            </a:pPr>
            <a:r>
              <a:rPr lang="lv-LV" altLang="en-US" sz="1600" dirty="0">
                <a:latin typeface="Courier New" panose="02070309020205020404" pitchFamily="49" charset="0"/>
              </a:rPr>
              <a:t>        </a:t>
            </a:r>
            <a:r>
              <a:rPr lang="lv-LV" altLang="en-US" sz="1600" dirty="0" err="1">
                <a:latin typeface="Courier New" panose="02070309020205020404" pitchFamily="49" charset="0"/>
              </a:rPr>
              <a:t>if</a:t>
            </a:r>
            <a:r>
              <a:rPr lang="lv-LV" altLang="en-US" sz="1600" dirty="0">
                <a:latin typeface="Courier New" panose="02070309020205020404" pitchFamily="49" charset="0"/>
              </a:rPr>
              <a:t> ((i+1)%M==0) </a:t>
            </a:r>
            <a:r>
              <a:rPr lang="lv-LV" altLang="en-US" sz="1600" dirty="0" err="1">
                <a:latin typeface="Courier New" panose="02070309020205020404" pitchFamily="49" charset="0"/>
              </a:rPr>
              <a:t>cout</a:t>
            </a:r>
            <a:r>
              <a:rPr lang="lv-LV" altLang="en-US" sz="1600" dirty="0">
                <a:latin typeface="Courier New" panose="02070309020205020404" pitchFamily="49" charset="0"/>
              </a:rPr>
              <a:t> &lt;&lt; </a:t>
            </a:r>
            <a:r>
              <a:rPr lang="lv-LV" altLang="en-US" sz="1600" dirty="0" err="1">
                <a:latin typeface="Courier New" panose="02070309020205020404" pitchFamily="49" charset="0"/>
              </a:rPr>
              <a:t>endl</a:t>
            </a:r>
            <a:r>
              <a:rPr lang="lv-LV" altLang="en-US" sz="1600" dirty="0">
                <a:latin typeface="Courier New" panose="02070309020205020404" pitchFamily="49" charset="0"/>
              </a:rPr>
              <a:t>;</a:t>
            </a:r>
          </a:p>
          <a:p>
            <a:pPr marL="444500" indent="-444500" eaLnBrk="1" hangingPunct="1">
              <a:lnSpc>
                <a:spcPct val="80000"/>
              </a:lnSpc>
              <a:buClr>
                <a:srgbClr val="0000FF"/>
              </a:buClr>
              <a:buFontTx/>
              <a:buAutoNum type="arabicPeriod"/>
            </a:pPr>
            <a:r>
              <a:rPr lang="lv-LV" altLang="en-US" sz="1600" dirty="0">
                <a:latin typeface="Courier New" panose="02070309020205020404" pitchFamily="49" charset="0"/>
              </a:rPr>
              <a:t>    }</a:t>
            </a:r>
          </a:p>
          <a:p>
            <a:pPr marL="444500" indent="-444500" eaLnBrk="1" hangingPunct="1">
              <a:lnSpc>
                <a:spcPct val="80000"/>
              </a:lnSpc>
              <a:buClr>
                <a:srgbClr val="0000FF"/>
              </a:buClr>
              <a:buFontTx/>
              <a:buAutoNum type="arabicPeriod"/>
            </a:pPr>
            <a:r>
              <a:rPr lang="lv-LV" altLang="en-US" sz="1600" dirty="0">
                <a:latin typeface="Courier New" panose="02070309020205020404" pitchFamily="49" charset="0"/>
              </a:rPr>
              <a:t>    </a:t>
            </a:r>
            <a:r>
              <a:rPr lang="lv-LV" altLang="en-US" sz="1600" dirty="0" err="1">
                <a:latin typeface="Courier New" panose="02070309020205020404" pitchFamily="49" charset="0"/>
              </a:rPr>
              <a:t>cout</a:t>
            </a:r>
            <a:r>
              <a:rPr lang="lv-LV" altLang="en-US" sz="1600" dirty="0">
                <a:latin typeface="Courier New" panose="02070309020205020404" pitchFamily="49" charset="0"/>
              </a:rPr>
              <a:t> &lt;&lt; </a:t>
            </a:r>
            <a:r>
              <a:rPr lang="lv-LV" altLang="en-US" sz="1600" dirty="0" err="1">
                <a:latin typeface="Courier New" panose="02070309020205020404" pitchFamily="49" charset="0"/>
              </a:rPr>
              <a:t>endl</a:t>
            </a:r>
            <a:r>
              <a:rPr lang="lv-LV" altLang="en-US" sz="1600" dirty="0">
                <a:latin typeface="Courier New" panose="02070309020205020404" pitchFamily="49" charset="0"/>
              </a:rPr>
              <a:t>;</a:t>
            </a:r>
          </a:p>
          <a:p>
            <a:pPr marL="444500" indent="-444500" eaLnBrk="1" hangingPunct="1">
              <a:lnSpc>
                <a:spcPct val="80000"/>
              </a:lnSpc>
              <a:buClr>
                <a:srgbClr val="0000FF"/>
              </a:buClr>
              <a:buFontTx/>
              <a:buAutoNum type="arabicPeriod"/>
            </a:pPr>
            <a:r>
              <a:rPr lang="lv-LV" altLang="en-US" sz="1600" dirty="0">
                <a:latin typeface="Courier New" panose="02070309020205020404" pitchFamily="49" charset="0"/>
              </a:rPr>
              <a:t>}</a:t>
            </a:r>
          </a:p>
        </p:txBody>
      </p:sp>
      <p:sp>
        <p:nvSpPr>
          <p:cNvPr id="17412" name="Text Box 4">
            <a:extLst>
              <a:ext uri="{FF2B5EF4-FFF2-40B4-BE49-F238E27FC236}">
                <a16:creationId xmlns:a16="http://schemas.microsoft.com/office/drawing/2014/main" id="{F9DF385F-F53A-43A4-99CC-A465B30BF713}"/>
              </a:ext>
            </a:extLst>
          </p:cNvPr>
          <p:cNvSpPr txBox="1">
            <a:spLocks noChangeArrowheads="1"/>
          </p:cNvSpPr>
          <p:nvPr/>
        </p:nvSpPr>
        <p:spPr bwMode="auto">
          <a:xfrm>
            <a:off x="4355976" y="3645024"/>
            <a:ext cx="4727699" cy="3035300"/>
          </a:xfrm>
          <a:prstGeom prst="rect">
            <a:avLst/>
          </a:prstGeom>
          <a:solidFill>
            <a:srgbClr val="FFFFFF"/>
          </a:solidFill>
          <a:ln w="9525">
            <a:solidFill>
              <a:schemeClr val="tx1"/>
            </a:solidFill>
            <a:miter lim="800000"/>
            <a:headEnd/>
            <a:tailEnd/>
          </a:ln>
        </p:spPr>
        <p:txBody>
          <a:bodyPr wrap="square">
            <a:spAutoFit/>
          </a:bodyPr>
          <a:lstStyle>
            <a:lvl1pPr marL="1162050" indent="-809625"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715963" indent="-363538" eaLnBrk="1" hangingPunct="1">
              <a:buClr>
                <a:srgbClr val="0000FF"/>
              </a:buClr>
              <a:buFontTx/>
              <a:buAutoNum type="arabicPeriod" startAt="16"/>
            </a:pPr>
            <a:r>
              <a:rPr lang="en-US" altLang="en-US" sz="1600" dirty="0">
                <a:latin typeface="Courier New" panose="02070309020205020404" pitchFamily="49" charset="0"/>
              </a:rPr>
              <a:t>int main()</a:t>
            </a:r>
          </a:p>
          <a:p>
            <a:pPr marL="715963" indent="-363538" eaLnBrk="1" hangingPunct="1">
              <a:buClr>
                <a:srgbClr val="0000FF"/>
              </a:buClr>
              <a:buFontTx/>
              <a:buAutoNum type="arabicPeriod" startAt="16"/>
            </a:pPr>
            <a:r>
              <a:rPr lang="en-US" altLang="en-US" sz="1600" dirty="0">
                <a:latin typeface="Courier New" panose="02070309020205020404" pitchFamily="49" charset="0"/>
              </a:rPr>
              <a:t>{</a:t>
            </a:r>
          </a:p>
          <a:p>
            <a:pPr marL="715963" indent="-363538" eaLnBrk="1" hangingPunct="1">
              <a:buClr>
                <a:srgbClr val="0000FF"/>
              </a:buClr>
              <a:buFontTx/>
              <a:buAutoNum type="arabicPeriod" startAt="16"/>
            </a:pPr>
            <a:r>
              <a:rPr lang="en-US" altLang="en-US" sz="1600" dirty="0">
                <a:latin typeface="Courier New" panose="02070309020205020404" pitchFamily="49" charset="0"/>
              </a:rPr>
              <a:t>    </a:t>
            </a:r>
            <a:r>
              <a:rPr lang="en-US" altLang="en-US" sz="1600" dirty="0" err="1">
                <a:latin typeface="Courier New" panose="02070309020205020404" pitchFamily="49" charset="0"/>
              </a:rPr>
              <a:t>time_t</a:t>
            </a:r>
            <a:r>
              <a:rPr lang="en-US" altLang="en-US" sz="1600" dirty="0">
                <a:latin typeface="Courier New" panose="02070309020205020404" pitchFamily="49" charset="0"/>
              </a:rPr>
              <a:t> t;</a:t>
            </a:r>
          </a:p>
          <a:p>
            <a:pPr marL="715963" indent="-363538" eaLnBrk="1" hangingPunct="1">
              <a:buClr>
                <a:srgbClr val="0000FF"/>
              </a:buClr>
              <a:buFontTx/>
              <a:buAutoNum type="arabicPeriod" startAt="16"/>
            </a:pPr>
            <a:r>
              <a:rPr lang="en-US" altLang="en-US" sz="1600" dirty="0">
                <a:latin typeface="Courier New" panose="02070309020205020404" pitchFamily="49" charset="0"/>
              </a:rPr>
              <a:t>    </a:t>
            </a:r>
            <a:r>
              <a:rPr lang="en-US" altLang="en-US" sz="1600" dirty="0" err="1">
                <a:latin typeface="Courier New" panose="02070309020205020404" pitchFamily="49" charset="0"/>
              </a:rPr>
              <a:t>srand</a:t>
            </a:r>
            <a:r>
              <a:rPr lang="en-US" altLang="en-US" sz="1600" dirty="0">
                <a:latin typeface="Courier New" panose="02070309020205020404" pitchFamily="49" charset="0"/>
              </a:rPr>
              <a:t>((unsigned) time(&amp;t));</a:t>
            </a:r>
          </a:p>
          <a:p>
            <a:pPr marL="715963" indent="-363538" eaLnBrk="1" hangingPunct="1">
              <a:buClr>
                <a:srgbClr val="0000FF"/>
              </a:buClr>
              <a:buFontTx/>
              <a:buAutoNum type="arabicPeriod" startAt="16"/>
            </a:pPr>
            <a:r>
              <a:rPr lang="en-US" altLang="en-US" sz="1600" dirty="0">
                <a:latin typeface="Courier New" panose="02070309020205020404" pitchFamily="49" charset="0"/>
              </a:rPr>
              <a:t>    const int N=3;</a:t>
            </a:r>
          </a:p>
          <a:p>
            <a:pPr marL="715963" indent="-363538" eaLnBrk="1" hangingPunct="1">
              <a:buClr>
                <a:srgbClr val="0000FF"/>
              </a:buClr>
              <a:buFontTx/>
              <a:buAutoNum type="arabicPeriod" startAt="16"/>
            </a:pPr>
            <a:r>
              <a:rPr lang="en-US" altLang="en-US" sz="1600" dirty="0">
                <a:latin typeface="Courier New" panose="02070309020205020404" pitchFamily="49" charset="0"/>
              </a:rPr>
              <a:t>    const int M=4;</a:t>
            </a:r>
          </a:p>
          <a:p>
            <a:pPr marL="715963" indent="-363538" eaLnBrk="1" hangingPunct="1">
              <a:buClr>
                <a:srgbClr val="0000FF"/>
              </a:buClr>
              <a:buFontTx/>
              <a:buAutoNum type="arabicPeriod" startAt="16"/>
            </a:pPr>
            <a:r>
              <a:rPr lang="en-US" altLang="en-US" sz="1600" dirty="0">
                <a:latin typeface="Courier New" panose="02070309020205020404" pitchFamily="49" charset="0"/>
              </a:rPr>
              <a:t>    int a[N][M];</a:t>
            </a:r>
          </a:p>
          <a:p>
            <a:pPr marL="715963" indent="-363538" eaLnBrk="1" hangingPunct="1">
              <a:buClr>
                <a:srgbClr val="0000FF"/>
              </a:buClr>
              <a:buFontTx/>
              <a:buAutoNum type="arabicPeriod" startAt="16"/>
            </a:pPr>
            <a:r>
              <a:rPr lang="en-US" altLang="en-US" sz="1600" dirty="0">
                <a:latin typeface="Courier New" panose="02070309020205020404" pitchFamily="49" charset="0"/>
              </a:rPr>
              <a:t>    </a:t>
            </a:r>
            <a:r>
              <a:rPr lang="en-US" altLang="en-US" sz="1600" dirty="0" err="1">
                <a:latin typeface="Courier New" panose="02070309020205020404" pitchFamily="49" charset="0"/>
              </a:rPr>
              <a:t>Init_Array</a:t>
            </a:r>
            <a:r>
              <a:rPr lang="en-US" altLang="en-US" sz="1600" dirty="0">
                <a:latin typeface="Courier New" panose="02070309020205020404" pitchFamily="49" charset="0"/>
              </a:rPr>
              <a:t>(*</a:t>
            </a:r>
            <a:r>
              <a:rPr lang="en-US" altLang="en-US" sz="1600" dirty="0" err="1">
                <a:latin typeface="Courier New" panose="02070309020205020404" pitchFamily="49" charset="0"/>
              </a:rPr>
              <a:t>a,N,M</a:t>
            </a:r>
            <a:r>
              <a:rPr lang="en-US" altLang="en-US" sz="1600" dirty="0">
                <a:latin typeface="Courier New" panose="02070309020205020404" pitchFamily="49" charset="0"/>
              </a:rPr>
              <a:t>);</a:t>
            </a:r>
          </a:p>
          <a:p>
            <a:pPr marL="715963" indent="-363538" eaLnBrk="1" hangingPunct="1">
              <a:buClr>
                <a:srgbClr val="0000FF"/>
              </a:buClr>
              <a:buFontTx/>
              <a:buAutoNum type="arabicPeriod" startAt="16"/>
            </a:pPr>
            <a:r>
              <a:rPr lang="en-US" altLang="en-US" sz="1600" dirty="0">
                <a:latin typeface="Courier New" panose="02070309020205020404" pitchFamily="49" charset="0"/>
              </a:rPr>
              <a:t>    </a:t>
            </a:r>
            <a:r>
              <a:rPr lang="en-US" altLang="en-US" sz="1600" dirty="0" err="1">
                <a:latin typeface="Courier New" panose="02070309020205020404" pitchFamily="49" charset="0"/>
              </a:rPr>
              <a:t>Print_Array</a:t>
            </a:r>
            <a:r>
              <a:rPr lang="en-US" altLang="en-US" sz="1600" dirty="0">
                <a:latin typeface="Courier New" panose="02070309020205020404" pitchFamily="49" charset="0"/>
              </a:rPr>
              <a:t>(*</a:t>
            </a:r>
            <a:r>
              <a:rPr lang="en-US" altLang="en-US" sz="1600" dirty="0" err="1">
                <a:latin typeface="Courier New" panose="02070309020205020404" pitchFamily="49" charset="0"/>
              </a:rPr>
              <a:t>a,N,M</a:t>
            </a:r>
            <a:r>
              <a:rPr lang="en-US" altLang="en-US" sz="1600" dirty="0">
                <a:latin typeface="Courier New" panose="02070309020205020404" pitchFamily="49" charset="0"/>
              </a:rPr>
              <a:t>);</a:t>
            </a:r>
          </a:p>
          <a:p>
            <a:pPr marL="715963" indent="-363538" eaLnBrk="1" hangingPunct="1">
              <a:buClr>
                <a:srgbClr val="0000FF"/>
              </a:buClr>
              <a:buFontTx/>
              <a:buAutoNum type="arabicPeriod" startAt="16"/>
            </a:pPr>
            <a:r>
              <a:rPr lang="en-US" altLang="en-US" sz="1600" dirty="0">
                <a:latin typeface="Courier New" panose="02070309020205020404" pitchFamily="49" charset="0"/>
              </a:rPr>
              <a:t>    system("pause");</a:t>
            </a:r>
          </a:p>
          <a:p>
            <a:pPr marL="715963" indent="-363538" eaLnBrk="1" hangingPunct="1">
              <a:buClr>
                <a:srgbClr val="0000FF"/>
              </a:buClr>
              <a:buFontTx/>
              <a:buAutoNum type="arabicPeriod" startAt="16"/>
            </a:pPr>
            <a:r>
              <a:rPr lang="en-US" altLang="en-US" sz="1600" dirty="0">
                <a:latin typeface="Courier New" panose="02070309020205020404" pitchFamily="49" charset="0"/>
              </a:rPr>
              <a:t>    return 0;</a:t>
            </a:r>
          </a:p>
          <a:p>
            <a:pPr marL="715963" indent="-363538" eaLnBrk="1" hangingPunct="1">
              <a:buClr>
                <a:srgbClr val="0000FF"/>
              </a:buClr>
              <a:buFontTx/>
              <a:buAutoNum type="arabicPeriod" startAt="16"/>
            </a:pPr>
            <a:r>
              <a:rPr lang="en-US" altLang="en-US" sz="1600" dirty="0">
                <a:latin typeface="Courier New" panose="02070309020205020404" pitchFamily="49" charset="0"/>
              </a:rPr>
              <a:t>}</a:t>
            </a:r>
            <a:endParaRPr lang="lv-LV" altLang="en-US" sz="1600" dirty="0">
              <a:latin typeface="Courier New" panose="02070309020205020404" pitchFamily="49" charset="0"/>
            </a:endParaRPr>
          </a:p>
        </p:txBody>
      </p:sp>
      <p:sp>
        <p:nvSpPr>
          <p:cNvPr id="17413" name="Rectangle 5">
            <a:extLst>
              <a:ext uri="{FF2B5EF4-FFF2-40B4-BE49-F238E27FC236}">
                <a16:creationId xmlns:a16="http://schemas.microsoft.com/office/drawing/2014/main" id="{D0445C1C-1406-48BE-8CE3-D8E19372AFA7}"/>
              </a:ext>
            </a:extLst>
          </p:cNvPr>
          <p:cNvSpPr>
            <a:spLocks noChangeArrowheads="1"/>
          </p:cNvSpPr>
          <p:nvPr/>
        </p:nvSpPr>
        <p:spPr bwMode="auto">
          <a:xfrm>
            <a:off x="5795963" y="692696"/>
            <a:ext cx="2890837" cy="174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lv-LV" altLang="en-US" sz="2000" b="1" dirty="0">
                <a:latin typeface="Times New Roman" panose="02020603050405020304" pitchFamily="18" charset="0"/>
              </a:rPr>
              <a:t>2</a:t>
            </a:r>
            <a:r>
              <a:rPr lang="en-US" altLang="en-US" sz="2000" b="1" baseline="30000" dirty="0" err="1">
                <a:latin typeface="Times New Roman" panose="02020603050405020304" pitchFamily="18" charset="0"/>
              </a:rPr>
              <a:t>nd</a:t>
            </a:r>
            <a:r>
              <a:rPr lang="en-US" altLang="en-US" sz="2000" b="1" dirty="0">
                <a:latin typeface="Times New Roman" panose="02020603050405020304" pitchFamily="18" charset="0"/>
              </a:rPr>
              <a:t> example</a:t>
            </a:r>
            <a:endParaRPr lang="lv-LV" altLang="en-US" sz="2000" b="1" dirty="0">
              <a:latin typeface="Times New Roman" panose="02020603050405020304" pitchFamily="18" charset="0"/>
            </a:endParaRPr>
          </a:p>
          <a:p>
            <a:pPr eaLnBrk="1" hangingPunct="1">
              <a:spcBef>
                <a:spcPct val="20000"/>
              </a:spcBef>
            </a:pPr>
            <a:r>
              <a:rPr lang="en-US" altLang="en-US" sz="2000" dirty="0">
                <a:latin typeface="Times New Roman" panose="02020603050405020304" pitchFamily="18" charset="0"/>
              </a:rPr>
              <a:t>Fill an array 3x4 with random numbers in range of 0-9 and display on the screen.</a:t>
            </a:r>
            <a:endParaRPr lang="lv-LV" altLang="en-US" sz="2000" dirty="0">
              <a:latin typeface="Times New Roman" panose="02020603050405020304" pitchFamily="18" charset="0"/>
            </a:endParaRPr>
          </a:p>
        </p:txBody>
      </p:sp>
      <p:sp>
        <p:nvSpPr>
          <p:cNvPr id="17414" name="Text Box 7">
            <a:extLst>
              <a:ext uri="{FF2B5EF4-FFF2-40B4-BE49-F238E27FC236}">
                <a16:creationId xmlns:a16="http://schemas.microsoft.com/office/drawing/2014/main" id="{64AC005B-85E0-4E9D-94D8-E71C6B719560}"/>
              </a:ext>
            </a:extLst>
          </p:cNvPr>
          <p:cNvSpPr txBox="1">
            <a:spLocks noChangeArrowheads="1"/>
          </p:cNvSpPr>
          <p:nvPr/>
        </p:nvSpPr>
        <p:spPr bwMode="auto">
          <a:xfrm>
            <a:off x="19050" y="4293096"/>
            <a:ext cx="4552950"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Clr>
                <a:srgbClr val="0000FF"/>
              </a:buClr>
              <a:buFontTx/>
              <a:buAutoNum type="arabicPeriod"/>
            </a:pPr>
            <a:r>
              <a:rPr lang="lv-LV" altLang="en-US" dirty="0">
                <a:solidFill>
                  <a:srgbClr val="0000FF"/>
                </a:solidFill>
                <a:latin typeface="Times New Roman" panose="02020603050405020304" pitchFamily="18" charset="0"/>
              </a:rPr>
              <a:t>, 3., 7., 9.</a:t>
            </a:r>
            <a:r>
              <a:rPr lang="lv-LV" altLang="en-US" dirty="0">
                <a:latin typeface="Times New Roman" panose="02020603050405020304" pitchFamily="18" charset="0"/>
              </a:rPr>
              <a:t> </a:t>
            </a:r>
            <a:r>
              <a:rPr lang="en-US" altLang="en-US" dirty="0">
                <a:latin typeface="Times New Roman" panose="02020603050405020304" pitchFamily="18" charset="0"/>
              </a:rPr>
              <a:t>There is no dimension in memory, everything is stored in a consecutive memory area. You need to know the total number of items and take care of output formatting.
</a:t>
            </a:r>
            <a:r>
              <a:rPr lang="lv-LV" altLang="en-US" dirty="0">
                <a:solidFill>
                  <a:srgbClr val="0000FF"/>
                </a:solidFill>
                <a:latin typeface="Times New Roman" panose="02020603050405020304" pitchFamily="18" charset="0"/>
              </a:rPr>
              <a:t>, 24.</a:t>
            </a:r>
            <a:r>
              <a:rPr lang="lv-LV" altLang="en-US" dirty="0">
                <a:latin typeface="Times New Roman" panose="02020603050405020304" pitchFamily="18" charset="0"/>
              </a:rPr>
              <a:t> </a:t>
            </a:r>
            <a:r>
              <a:rPr lang="en-US" altLang="en-US" dirty="0">
                <a:latin typeface="Times New Roman" panose="02020603050405020304" pitchFamily="18" charset="0"/>
              </a:rPr>
              <a:t>Function should now pass the pointer to the beginning of the array.
</a:t>
            </a:r>
            <a:r>
              <a:rPr lang="en-US" altLang="en-US" b="1" u="sng" dirty="0">
                <a:latin typeface="Times New Roman" panose="02020603050405020304" pitchFamily="18" charset="0"/>
              </a:rPr>
              <a:t>PROBLEM SOLVED</a:t>
            </a:r>
            <a:r>
              <a:rPr lang="lv-LV" altLang="en-US" dirty="0">
                <a:latin typeface="Times New Roman" panose="02020603050405020304" pitchFamily="18" charset="0"/>
              </a:rPr>
              <a:t> </a:t>
            </a:r>
            <a:r>
              <a:rPr lang="lv-LV" altLang="en-US" dirty="0" err="1">
                <a:latin typeface="Times New Roman" panose="02020603050405020304" pitchFamily="18" charset="0"/>
              </a:rPr>
              <a:t>Functions</a:t>
            </a:r>
            <a:r>
              <a:rPr lang="lv-LV" altLang="en-US" dirty="0">
                <a:latin typeface="Times New Roman" panose="02020603050405020304" pitchFamily="18" charset="0"/>
              </a:rPr>
              <a:t> </a:t>
            </a:r>
            <a:r>
              <a:rPr lang="lv-LV" altLang="en-US" dirty="0" err="1">
                <a:latin typeface="Times New Roman" panose="02020603050405020304" pitchFamily="18" charset="0"/>
              </a:rPr>
              <a:t>are</a:t>
            </a:r>
            <a:r>
              <a:rPr lang="lv-LV" altLang="en-US" dirty="0">
                <a:latin typeface="Times New Roman" panose="02020603050405020304" pitchFamily="18" charset="0"/>
              </a:rPr>
              <a:t> </a:t>
            </a:r>
            <a:r>
              <a:rPr lang="lv-LV" altLang="en-US" dirty="0" err="1">
                <a:latin typeface="Times New Roman" panose="02020603050405020304" pitchFamily="18" charset="0"/>
              </a:rPr>
              <a:t>universal</a:t>
            </a:r>
            <a:r>
              <a:rPr lang="en-US" altLang="en-US" dirty="0">
                <a:latin typeface="Times New Roman" panose="02020603050405020304" pitchFamily="18" charset="0"/>
              </a:rPr>
              <a:t> </a:t>
            </a:r>
            <a:r>
              <a:rPr lang="lv-LV" altLang="en-US" dirty="0" err="1">
                <a:latin typeface="Times New Roman" panose="02020603050405020304" pitchFamily="18" charset="0"/>
              </a:rPr>
              <a:t>again</a:t>
            </a:r>
            <a:r>
              <a:rPr lang="lv-LV" altLang="en-US" dirty="0">
                <a:latin typeface="Times New Roman" panose="02020603050405020304" pitchFamily="18" charset="0"/>
              </a:rPr>
              <a:t>.</a:t>
            </a:r>
          </a:p>
        </p:txBody>
      </p:sp>
      <p:pic>
        <p:nvPicPr>
          <p:cNvPr id="17415" name="Picture 8">
            <a:extLst>
              <a:ext uri="{FF2B5EF4-FFF2-40B4-BE49-F238E27FC236}">
                <a16:creationId xmlns:a16="http://schemas.microsoft.com/office/drawing/2014/main" id="{FA347011-6CA4-4ABA-B426-D0EADAC428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063" y="2348880"/>
            <a:ext cx="323850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28679CA-B0BE-4188-B651-6A5EF4E9D10D}"/>
              </a:ext>
            </a:extLst>
          </p:cNvPr>
          <p:cNvSpPr>
            <a:spLocks noGrp="1" noChangeArrowheads="1"/>
          </p:cNvSpPr>
          <p:nvPr>
            <p:ph type="title"/>
          </p:nvPr>
        </p:nvSpPr>
        <p:spPr/>
        <p:txBody>
          <a:bodyPr/>
          <a:lstStyle/>
          <a:p>
            <a:pPr eaLnBrk="1" hangingPunct="1"/>
            <a:r>
              <a:rPr lang="lv-LV" altLang="en-US" sz="4000" dirty="0" err="1"/>
              <a:t>Arrays</a:t>
            </a:r>
            <a:r>
              <a:rPr lang="en-US" altLang="en-US" sz="4000" dirty="0"/>
              <a:t> as </a:t>
            </a:r>
            <a:r>
              <a:rPr lang="lv-LV" altLang="en-US" sz="4000" dirty="0"/>
              <a:t>arguments. </a:t>
            </a:r>
            <a:r>
              <a:rPr lang="lv-LV" altLang="en-US" sz="4000" dirty="0" err="1"/>
              <a:t>Practic</a:t>
            </a:r>
            <a:r>
              <a:rPr lang="en-US" altLang="en-US" sz="4000" dirty="0"/>
              <a:t>e</a:t>
            </a:r>
            <a:r>
              <a:rPr lang="lv-LV" altLang="en-US" sz="4000" dirty="0"/>
              <a:t>.</a:t>
            </a:r>
          </a:p>
        </p:txBody>
      </p:sp>
      <p:sp>
        <p:nvSpPr>
          <p:cNvPr id="18435" name="Rectangle 3">
            <a:extLst>
              <a:ext uri="{FF2B5EF4-FFF2-40B4-BE49-F238E27FC236}">
                <a16:creationId xmlns:a16="http://schemas.microsoft.com/office/drawing/2014/main" id="{241331C8-F29C-4EA8-A1FC-2501E54CB7E2}"/>
              </a:ext>
            </a:extLst>
          </p:cNvPr>
          <p:cNvSpPr>
            <a:spLocks noGrp="1" noChangeArrowheads="1"/>
          </p:cNvSpPr>
          <p:nvPr>
            <p:ph type="body" idx="1"/>
          </p:nvPr>
        </p:nvSpPr>
        <p:spPr>
          <a:xfrm>
            <a:off x="114300" y="1340768"/>
            <a:ext cx="8964613" cy="5400600"/>
          </a:xfrm>
        </p:spPr>
        <p:txBody>
          <a:bodyPr/>
          <a:lstStyle/>
          <a:p>
            <a:pPr marL="609600" indent="-609600" eaLnBrk="1" hangingPunct="1">
              <a:lnSpc>
                <a:spcPct val="90000"/>
              </a:lnSpc>
              <a:buFontTx/>
              <a:buAutoNum type="arabicPeriod"/>
            </a:pPr>
            <a:r>
              <a:rPr lang="lv-LV" altLang="en-US" dirty="0" err="1"/>
              <a:t>Write</a:t>
            </a:r>
            <a:r>
              <a:rPr lang="lv-LV" altLang="en-US" dirty="0"/>
              <a:t> a </a:t>
            </a:r>
            <a:r>
              <a:rPr lang="lv-LV" altLang="en-US" dirty="0" err="1"/>
              <a:t>function</a:t>
            </a:r>
            <a:endParaRPr lang="lv-LV" altLang="en-US" dirty="0"/>
          </a:p>
          <a:p>
            <a:pPr marL="609600" indent="-609600" eaLnBrk="1" hangingPunct="1">
              <a:lnSpc>
                <a:spcPct val="90000"/>
              </a:lnSpc>
              <a:buFontTx/>
              <a:buNone/>
            </a:pPr>
            <a:r>
              <a:rPr lang="lv-LV" altLang="en-US" sz="2800" dirty="0">
                <a:latin typeface="Courier New" panose="02070309020205020404" pitchFamily="49" charset="0"/>
              </a:rPr>
              <a:t>	</a:t>
            </a:r>
            <a:r>
              <a:rPr lang="lv-LV" altLang="en-US" sz="2800" dirty="0" err="1">
                <a:latin typeface="Courier New" panose="02070309020205020404" pitchFamily="49" charset="0"/>
              </a:rPr>
              <a:t>int</a:t>
            </a:r>
            <a:r>
              <a:rPr lang="lv-LV" altLang="en-US" sz="2800" dirty="0">
                <a:latin typeface="Courier New" panose="02070309020205020404" pitchFamily="49" charset="0"/>
              </a:rPr>
              <a:t> Search (</a:t>
            </a:r>
            <a:r>
              <a:rPr lang="lv-LV" altLang="en-US" sz="2800" dirty="0" err="1">
                <a:latin typeface="Courier New" panose="02070309020205020404" pitchFamily="49" charset="0"/>
              </a:rPr>
              <a:t>int</a:t>
            </a:r>
            <a:r>
              <a:rPr lang="lv-LV" altLang="en-US" sz="2800" dirty="0">
                <a:latin typeface="Courier New" panose="02070309020205020404" pitchFamily="49" charset="0"/>
              </a:rPr>
              <a:t> A[], </a:t>
            </a:r>
            <a:r>
              <a:rPr lang="lv-LV" altLang="en-US" sz="2800" dirty="0" err="1">
                <a:latin typeface="Courier New" panose="02070309020205020404" pitchFamily="49" charset="0"/>
              </a:rPr>
              <a:t>int</a:t>
            </a:r>
            <a:r>
              <a:rPr lang="lv-LV" altLang="en-US" sz="2800" dirty="0">
                <a:latin typeface="Courier New" panose="02070309020205020404" pitchFamily="49" charset="0"/>
              </a:rPr>
              <a:t> n, </a:t>
            </a:r>
            <a:r>
              <a:rPr lang="lv-LV" altLang="en-US" sz="2800" dirty="0" err="1">
                <a:latin typeface="Courier New" panose="02070309020205020404" pitchFamily="49" charset="0"/>
              </a:rPr>
              <a:t>int</a:t>
            </a:r>
            <a:r>
              <a:rPr lang="lv-LV" altLang="en-US" sz="2800" dirty="0">
                <a:latin typeface="Courier New" panose="02070309020205020404" pitchFamily="49" charset="0"/>
              </a:rPr>
              <a:t> x),</a:t>
            </a:r>
            <a:r>
              <a:rPr lang="lv-LV" altLang="en-US" dirty="0"/>
              <a:t> </a:t>
            </a:r>
          </a:p>
          <a:p>
            <a:pPr marL="609600" indent="-609600" eaLnBrk="1" hangingPunct="1">
              <a:lnSpc>
                <a:spcPct val="90000"/>
              </a:lnSpc>
              <a:buFontTx/>
              <a:buNone/>
            </a:pPr>
            <a:r>
              <a:rPr lang="lv-LV" altLang="en-US" dirty="0"/>
              <a:t>	</a:t>
            </a:r>
            <a:r>
              <a:rPr lang="en-US" altLang="en-US" dirty="0"/>
              <a:t>that in array int </a:t>
            </a:r>
            <a:r>
              <a:rPr lang="en-US" altLang="en-US" dirty="0">
                <a:latin typeface="Courier New" panose="02070309020205020404" pitchFamily="49" charset="0"/>
                <a:cs typeface="Courier New" panose="02070309020205020404" pitchFamily="49" charset="0"/>
              </a:rPr>
              <a:t>A[n]</a:t>
            </a:r>
            <a:r>
              <a:rPr lang="en-US" altLang="en-US" dirty="0"/>
              <a:t> is searching for an element which value is x. Function returns element's index if value is found, or -1 if there is no such value in the array.
2.   </a:t>
            </a:r>
            <a:r>
              <a:rPr lang="lv-LV" altLang="en-US" dirty="0" err="1"/>
              <a:t>Write</a:t>
            </a:r>
            <a:r>
              <a:rPr lang="lv-LV" altLang="en-US" dirty="0"/>
              <a:t> a </a:t>
            </a:r>
            <a:r>
              <a:rPr lang="lv-LV" altLang="en-US" dirty="0" err="1"/>
              <a:t>function</a:t>
            </a:r>
            <a:endParaRPr lang="lv-LV" altLang="en-US" dirty="0"/>
          </a:p>
          <a:p>
            <a:pPr marL="609600" indent="-609600" eaLnBrk="1" hangingPunct="1">
              <a:lnSpc>
                <a:spcPct val="90000"/>
              </a:lnSpc>
              <a:buFontTx/>
              <a:buNone/>
            </a:pPr>
            <a:r>
              <a:rPr lang="lv-LV" altLang="en-US" dirty="0"/>
              <a:t>	</a:t>
            </a:r>
            <a:r>
              <a:rPr lang="lv-LV" altLang="en-US" sz="2800" dirty="0" err="1">
                <a:latin typeface="Courier New" panose="02070309020205020404" pitchFamily="49" charset="0"/>
              </a:rPr>
              <a:t>int</a:t>
            </a:r>
            <a:r>
              <a:rPr lang="lv-LV" altLang="en-US" sz="2800" dirty="0">
                <a:latin typeface="Courier New" panose="02070309020205020404" pitchFamily="49" charset="0"/>
              </a:rPr>
              <a:t> </a:t>
            </a:r>
            <a:r>
              <a:rPr lang="lv-LV" altLang="en-US" sz="2800" dirty="0" err="1">
                <a:latin typeface="Courier New" panose="02070309020205020404" pitchFamily="49" charset="0"/>
              </a:rPr>
              <a:t>CountMax</a:t>
            </a:r>
            <a:r>
              <a:rPr lang="lv-LV" altLang="en-US" sz="2800" dirty="0">
                <a:latin typeface="Courier New" panose="02070309020205020404" pitchFamily="49" charset="0"/>
              </a:rPr>
              <a:t> (</a:t>
            </a:r>
            <a:r>
              <a:rPr lang="lv-LV" altLang="en-US" sz="2800" dirty="0" err="1">
                <a:latin typeface="Courier New" panose="02070309020205020404" pitchFamily="49" charset="0"/>
              </a:rPr>
              <a:t>int</a:t>
            </a:r>
            <a:r>
              <a:rPr lang="lv-LV" altLang="en-US" sz="2800" dirty="0">
                <a:latin typeface="Courier New" panose="02070309020205020404" pitchFamily="49" charset="0"/>
              </a:rPr>
              <a:t> A[], </a:t>
            </a:r>
            <a:r>
              <a:rPr lang="lv-LV" altLang="en-US" sz="2800" dirty="0" err="1">
                <a:latin typeface="Courier New" panose="02070309020205020404" pitchFamily="49" charset="0"/>
              </a:rPr>
              <a:t>int</a:t>
            </a:r>
            <a:r>
              <a:rPr lang="lv-LV" altLang="en-US" sz="2800" dirty="0">
                <a:latin typeface="Courier New" panose="02070309020205020404" pitchFamily="49" charset="0"/>
              </a:rPr>
              <a:t> n)</a:t>
            </a:r>
          </a:p>
          <a:p>
            <a:pPr marL="609600" indent="-609600" eaLnBrk="1" hangingPunct="1">
              <a:lnSpc>
                <a:spcPct val="90000"/>
              </a:lnSpc>
              <a:buFontTx/>
              <a:buNone/>
            </a:pPr>
            <a:r>
              <a:rPr lang="lv-LV" altLang="en-US" dirty="0"/>
              <a:t>	</a:t>
            </a:r>
            <a:r>
              <a:rPr lang="en-US" altLang="en-US" dirty="0"/>
              <a:t>that calculates how many times the maximum value encountered in an array. The function must perform a single array traversal.</a:t>
            </a:r>
            <a:endParaRPr lang="lv-LV"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F151F30-6D74-45F0-B12B-43A6948D6141}"/>
              </a:ext>
            </a:extLst>
          </p:cNvPr>
          <p:cNvSpPr>
            <a:spLocks noGrp="1" noChangeArrowheads="1"/>
          </p:cNvSpPr>
          <p:nvPr>
            <p:ph type="ctrTitle"/>
          </p:nvPr>
        </p:nvSpPr>
        <p:spPr>
          <a:xfrm>
            <a:off x="685800" y="2130425"/>
            <a:ext cx="7772400" cy="1470025"/>
          </a:xfrm>
        </p:spPr>
        <p:txBody>
          <a:bodyPr anchor="ctr"/>
          <a:lstStyle/>
          <a:p>
            <a:r>
              <a:rPr lang="lv-LV" altLang="en-US" sz="4400" dirty="0" err="1"/>
              <a:t>Structured</a:t>
            </a:r>
            <a:r>
              <a:rPr lang="lv-LV" altLang="en-US" sz="4400" dirty="0"/>
              <a:t> </a:t>
            </a:r>
            <a:r>
              <a:rPr lang="lv-LV" altLang="en-US" sz="4400"/>
              <a:t>variables</a:t>
            </a:r>
            <a:endParaRPr lang="lv-LV" altLang="en-US" sz="4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75C4C192-E08B-4448-9B3C-37359E922816}"/>
              </a:ext>
            </a:extLst>
          </p:cNvPr>
          <p:cNvSpPr>
            <a:spLocks noGrp="1" noChangeArrowheads="1"/>
          </p:cNvSpPr>
          <p:nvPr>
            <p:ph type="title"/>
          </p:nvPr>
        </p:nvSpPr>
        <p:spPr/>
        <p:txBody>
          <a:bodyPr/>
          <a:lstStyle/>
          <a:p>
            <a:r>
              <a:rPr lang="en-US" altLang="en-US" dirty="0"/>
              <a:t>Structure </a:t>
            </a:r>
            <a:r>
              <a:rPr lang="lv-LV" altLang="en-US" b="1" i="1" dirty="0" err="1"/>
              <a:t>structure</a:t>
            </a:r>
            <a:r>
              <a:rPr lang="en-US" altLang="en-US" dirty="0"/>
              <a:t> </a:t>
            </a:r>
            <a:endParaRPr lang="lv-LV" altLang="en-US" dirty="0"/>
          </a:p>
        </p:txBody>
      </p:sp>
      <p:sp>
        <p:nvSpPr>
          <p:cNvPr id="5123" name="Rectangle 3">
            <a:extLst>
              <a:ext uri="{FF2B5EF4-FFF2-40B4-BE49-F238E27FC236}">
                <a16:creationId xmlns:a16="http://schemas.microsoft.com/office/drawing/2014/main" id="{90203870-53A8-4482-93D0-D39B592B2490}"/>
              </a:ext>
            </a:extLst>
          </p:cNvPr>
          <p:cNvSpPr>
            <a:spLocks noGrp="1" noChangeArrowheads="1"/>
          </p:cNvSpPr>
          <p:nvPr>
            <p:ph type="body" idx="1"/>
          </p:nvPr>
        </p:nvSpPr>
        <p:spPr>
          <a:xfrm>
            <a:off x="457200" y="1268413"/>
            <a:ext cx="8229600" cy="5589587"/>
          </a:xfrm>
        </p:spPr>
        <p:txBody>
          <a:bodyPr/>
          <a:lstStyle/>
          <a:p>
            <a:pPr>
              <a:lnSpc>
                <a:spcPct val="80000"/>
              </a:lnSpc>
            </a:pPr>
            <a:r>
              <a:rPr lang="en-US" altLang="en-US" sz="2400" b="1" dirty="0"/>
              <a:t>structure</a:t>
            </a:r>
            <a:r>
              <a:rPr lang="en-US" altLang="en-US" sz="2400" dirty="0"/>
              <a:t> combines several variables-fields (possibly different types).
</a:t>
            </a:r>
            <a:r>
              <a:rPr lang="lv-LV" altLang="en-US" sz="2400" dirty="0" err="1"/>
              <a:t>Defin</a:t>
            </a:r>
            <a:r>
              <a:rPr lang="en-US" altLang="en-US" sz="2400" dirty="0" err="1"/>
              <a:t>ition</a:t>
            </a:r>
            <a:r>
              <a:rPr lang="en-US" altLang="en-US" sz="2400" dirty="0"/>
              <a:t> of</a:t>
            </a:r>
            <a:r>
              <a:rPr lang="lv-LV" altLang="en-US" sz="2400" dirty="0"/>
              <a:t> a </a:t>
            </a:r>
            <a:r>
              <a:rPr lang="en-US" altLang="en-US" sz="2400" b="1" dirty="0"/>
              <a:t>structure</a:t>
            </a:r>
            <a:r>
              <a:rPr lang="lv-LV" altLang="en-US" sz="2400" dirty="0"/>
              <a:t>:</a:t>
            </a:r>
          </a:p>
          <a:p>
            <a:pPr>
              <a:lnSpc>
                <a:spcPct val="80000"/>
              </a:lnSpc>
              <a:buFontTx/>
              <a:buNone/>
            </a:pPr>
            <a:r>
              <a:rPr lang="lv-LV" altLang="en-US" sz="2400" dirty="0">
                <a:latin typeface="Courier New" panose="02070309020205020404" pitchFamily="49" charset="0"/>
              </a:rPr>
              <a:t>	</a:t>
            </a:r>
            <a:r>
              <a:rPr lang="lv-LV" altLang="en-US" sz="2400" dirty="0" err="1">
                <a:latin typeface="Courier New" panose="02070309020205020404" pitchFamily="49" charset="0"/>
              </a:rPr>
              <a:t>struct</a:t>
            </a:r>
            <a:r>
              <a:rPr lang="lv-LV" altLang="en-US" sz="2400" dirty="0">
                <a:latin typeface="Courier New" panose="02070309020205020404" pitchFamily="49" charset="0"/>
              </a:rPr>
              <a:t> </a:t>
            </a:r>
            <a:r>
              <a:rPr lang="en-US" altLang="en-US" sz="2400" dirty="0" err="1">
                <a:latin typeface="Courier New" panose="02070309020205020404" pitchFamily="49" charset="0"/>
              </a:rPr>
              <a:t>structure_name</a:t>
            </a:r>
            <a:endParaRPr lang="lv-LV" altLang="en-US" sz="2400" dirty="0">
              <a:latin typeface="Courier New" panose="02070309020205020404" pitchFamily="49" charset="0"/>
            </a:endParaRPr>
          </a:p>
          <a:p>
            <a:pPr>
              <a:lnSpc>
                <a:spcPct val="80000"/>
              </a:lnSpc>
              <a:buFontTx/>
              <a:buNone/>
            </a:pPr>
            <a:r>
              <a:rPr lang="lv-LV" altLang="en-US" sz="2400" dirty="0">
                <a:latin typeface="Courier New" panose="02070309020205020404" pitchFamily="49" charset="0"/>
              </a:rPr>
              <a:t>	{   </a:t>
            </a:r>
          </a:p>
          <a:p>
            <a:pPr>
              <a:lnSpc>
                <a:spcPct val="80000"/>
              </a:lnSpc>
              <a:buFontTx/>
              <a:buNone/>
            </a:pPr>
            <a:r>
              <a:rPr lang="lv-LV" altLang="en-US" sz="2400" dirty="0">
                <a:latin typeface="Courier New" panose="02070309020205020404" pitchFamily="49" charset="0"/>
              </a:rPr>
              <a:t>		</a:t>
            </a:r>
            <a:r>
              <a:rPr lang="en-US" altLang="en-US" sz="2400" dirty="0">
                <a:latin typeface="Courier New" panose="02070309020205020404" pitchFamily="49" charset="0"/>
              </a:rPr>
              <a:t>type</a:t>
            </a:r>
            <a:r>
              <a:rPr lang="lv-LV" altLang="en-US" sz="2400" dirty="0">
                <a:latin typeface="Courier New" panose="02070309020205020404" pitchFamily="49" charset="0"/>
              </a:rPr>
              <a:t>1  </a:t>
            </a:r>
            <a:r>
              <a:rPr lang="en-US" altLang="en-US" sz="2400" dirty="0">
                <a:latin typeface="Courier New" panose="02070309020205020404" pitchFamily="49" charset="0"/>
              </a:rPr>
              <a:t>field</a:t>
            </a:r>
            <a:r>
              <a:rPr lang="lv-LV" altLang="en-US" sz="2400" dirty="0">
                <a:latin typeface="Courier New" panose="02070309020205020404" pitchFamily="49" charset="0"/>
              </a:rPr>
              <a:t>1;</a:t>
            </a:r>
          </a:p>
          <a:p>
            <a:pPr>
              <a:lnSpc>
                <a:spcPct val="80000"/>
              </a:lnSpc>
              <a:buFontTx/>
              <a:buNone/>
            </a:pPr>
            <a:r>
              <a:rPr lang="lv-LV" altLang="en-US" sz="2400" dirty="0">
                <a:latin typeface="Courier New" panose="02070309020205020404" pitchFamily="49" charset="0"/>
              </a:rPr>
              <a:t>    	...</a:t>
            </a:r>
          </a:p>
          <a:p>
            <a:pPr>
              <a:lnSpc>
                <a:spcPct val="80000"/>
              </a:lnSpc>
              <a:buFontTx/>
              <a:buNone/>
            </a:pPr>
            <a:r>
              <a:rPr lang="lv-LV" altLang="en-US" sz="2400" dirty="0">
                <a:latin typeface="Courier New" panose="02070309020205020404" pitchFamily="49" charset="0"/>
              </a:rPr>
              <a:t>    	t</a:t>
            </a:r>
            <a:r>
              <a:rPr lang="en-US" altLang="en-US" sz="2400" dirty="0" err="1">
                <a:latin typeface="Courier New" panose="02070309020205020404" pitchFamily="49" charset="0"/>
              </a:rPr>
              <a:t>ype</a:t>
            </a:r>
            <a:r>
              <a:rPr lang="lv-LV" altLang="en-US" sz="2400" dirty="0">
                <a:latin typeface="Courier New" panose="02070309020205020404" pitchFamily="49" charset="0"/>
              </a:rPr>
              <a:t>N  </a:t>
            </a:r>
            <a:r>
              <a:rPr lang="en-US" altLang="en-US" sz="2400" dirty="0">
                <a:latin typeface="Courier New" panose="02070309020205020404" pitchFamily="49" charset="0"/>
              </a:rPr>
              <a:t>field</a:t>
            </a:r>
            <a:r>
              <a:rPr lang="lv-LV" altLang="en-US" sz="2400" dirty="0">
                <a:latin typeface="Courier New" panose="02070309020205020404" pitchFamily="49" charset="0"/>
              </a:rPr>
              <a:t>N;</a:t>
            </a:r>
          </a:p>
          <a:p>
            <a:pPr>
              <a:lnSpc>
                <a:spcPct val="80000"/>
              </a:lnSpc>
              <a:buFontTx/>
              <a:buNone/>
            </a:pPr>
            <a:r>
              <a:rPr lang="lv-LV" altLang="en-US" sz="2400" dirty="0">
                <a:latin typeface="Courier New" panose="02070309020205020404" pitchFamily="49" charset="0"/>
              </a:rPr>
              <a:t>	};</a:t>
            </a:r>
            <a:r>
              <a:rPr lang="en-US" altLang="en-US" sz="2400" dirty="0"/>
              <a:t> </a:t>
            </a:r>
            <a:endParaRPr lang="lv-LV" altLang="en-US" sz="2400" dirty="0"/>
          </a:p>
          <a:p>
            <a:pPr>
              <a:lnSpc>
                <a:spcPct val="80000"/>
              </a:lnSpc>
            </a:pPr>
            <a:r>
              <a:rPr lang="en-US" altLang="en-US" sz="2400" dirty="0"/>
              <a:t>Example</a:t>
            </a:r>
            <a:r>
              <a:rPr lang="lv-LV" altLang="en-US" sz="2400" dirty="0"/>
              <a:t>:</a:t>
            </a:r>
          </a:p>
          <a:p>
            <a:pPr>
              <a:lnSpc>
                <a:spcPct val="80000"/>
              </a:lnSpc>
              <a:buFontTx/>
              <a:buNone/>
            </a:pPr>
            <a:r>
              <a:rPr lang="lv-LV" altLang="en-US" sz="2400" dirty="0">
                <a:latin typeface="Courier New" panose="02070309020205020404" pitchFamily="49" charset="0"/>
              </a:rPr>
              <a:t>	</a:t>
            </a:r>
            <a:r>
              <a:rPr lang="en-US" altLang="en-US" sz="2400" dirty="0">
                <a:latin typeface="Courier New" panose="02070309020205020404" pitchFamily="49" charset="0"/>
              </a:rPr>
              <a:t>struct human</a:t>
            </a:r>
          </a:p>
          <a:p>
            <a:pPr>
              <a:lnSpc>
                <a:spcPct val="80000"/>
              </a:lnSpc>
              <a:buFontTx/>
              <a:buNone/>
            </a:pPr>
            <a:r>
              <a:rPr lang="lv-LV" altLang="en-US" sz="2400" dirty="0">
                <a:latin typeface="Courier New" panose="02070309020205020404" pitchFamily="49" charset="0"/>
              </a:rPr>
              <a:t>	</a:t>
            </a:r>
            <a:r>
              <a:rPr lang="en-US" altLang="en-US" sz="2400" dirty="0">
                <a:latin typeface="Courier New" panose="02070309020205020404" pitchFamily="49" charset="0"/>
              </a:rPr>
              <a:t>{</a:t>
            </a:r>
          </a:p>
          <a:p>
            <a:pPr>
              <a:lnSpc>
                <a:spcPct val="80000"/>
              </a:lnSpc>
              <a:buFontTx/>
              <a:buNone/>
            </a:pPr>
            <a:r>
              <a:rPr lang="lv-LV" altLang="en-US" sz="2400" dirty="0">
                <a:latin typeface="Courier New" panose="02070309020205020404" pitchFamily="49" charset="0"/>
              </a:rPr>
              <a:t>		</a:t>
            </a:r>
            <a:r>
              <a:rPr lang="en-US" altLang="en-US" sz="2400" dirty="0">
                <a:latin typeface="Courier New" panose="02070309020205020404" pitchFamily="49" charset="0"/>
              </a:rPr>
              <a:t>char name[</a:t>
            </a:r>
            <a:r>
              <a:rPr lang="lv-LV" altLang="en-US" sz="2400" dirty="0">
                <a:latin typeface="Courier New" panose="02070309020205020404" pitchFamily="49" charset="0"/>
              </a:rPr>
              <a:t>25</a:t>
            </a:r>
            <a:r>
              <a:rPr lang="en-US" altLang="en-US" sz="2400" dirty="0">
                <a:latin typeface="Courier New" panose="02070309020205020404" pitchFamily="49" charset="0"/>
              </a:rPr>
              <a:t>];</a:t>
            </a:r>
          </a:p>
          <a:p>
            <a:pPr>
              <a:lnSpc>
                <a:spcPct val="80000"/>
              </a:lnSpc>
              <a:buFontTx/>
              <a:buNone/>
            </a:pPr>
            <a:r>
              <a:rPr lang="lv-LV" altLang="en-US" sz="2400" dirty="0">
                <a:latin typeface="Courier New" panose="02070309020205020404" pitchFamily="49" charset="0"/>
              </a:rPr>
              <a:t>		</a:t>
            </a:r>
            <a:r>
              <a:rPr lang="en-US" altLang="en-US" sz="2400" dirty="0">
                <a:latin typeface="Courier New" panose="02070309020205020404" pitchFamily="49" charset="0"/>
              </a:rPr>
              <a:t>int age;</a:t>
            </a:r>
          </a:p>
          <a:p>
            <a:pPr>
              <a:lnSpc>
                <a:spcPct val="80000"/>
              </a:lnSpc>
              <a:buFontTx/>
              <a:buNone/>
            </a:pPr>
            <a:r>
              <a:rPr lang="lv-LV" altLang="en-US" sz="2400" dirty="0">
                <a:latin typeface="Courier New" panose="02070309020205020404" pitchFamily="49" charset="0"/>
              </a:rPr>
              <a:t>	</a:t>
            </a:r>
            <a:r>
              <a:rPr lang="en-US" altLang="en-US" sz="2400" dirty="0">
                <a:latin typeface="Courier New" panose="02070309020205020404" pitchFamily="49" charset="0"/>
              </a:rPr>
              <a:t>};</a:t>
            </a:r>
            <a:endParaRPr lang="lv-LV" altLang="en-US" sz="2400" dirty="0">
              <a:latin typeface="Courier New" panose="02070309020205020404" pitchFamily="49" charset="0"/>
            </a:endParaRPr>
          </a:p>
          <a:p>
            <a:pPr>
              <a:lnSpc>
                <a:spcPct val="80000"/>
              </a:lnSpc>
            </a:pPr>
            <a:endParaRPr lang="lv-LV" altLang="en-US" sz="2400" dirty="0">
              <a:latin typeface="Courier New" panose="02070309020205020404" pitchFamily="49"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C57CB2C-24F2-4222-872F-F163AA7FEC7A}"/>
              </a:ext>
            </a:extLst>
          </p:cNvPr>
          <p:cNvSpPr>
            <a:spLocks noGrp="1" noChangeArrowheads="1"/>
          </p:cNvSpPr>
          <p:nvPr>
            <p:ph type="title"/>
          </p:nvPr>
        </p:nvSpPr>
        <p:spPr/>
        <p:txBody>
          <a:bodyPr/>
          <a:lstStyle/>
          <a:p>
            <a:r>
              <a:rPr lang="en-US" altLang="en-US" dirty="0"/>
              <a:t>Structure </a:t>
            </a:r>
            <a:r>
              <a:rPr lang="lv-LV" altLang="en-US" b="1" i="1" dirty="0" err="1"/>
              <a:t>structure</a:t>
            </a:r>
            <a:r>
              <a:rPr lang="en-US" altLang="en-US" dirty="0"/>
              <a:t> </a:t>
            </a:r>
            <a:endParaRPr lang="lv-LV" altLang="en-US" b="1" i="1" dirty="0"/>
          </a:p>
        </p:txBody>
      </p:sp>
      <p:sp>
        <p:nvSpPr>
          <p:cNvPr id="6147" name="Rectangle 3">
            <a:extLst>
              <a:ext uri="{FF2B5EF4-FFF2-40B4-BE49-F238E27FC236}">
                <a16:creationId xmlns:a16="http://schemas.microsoft.com/office/drawing/2014/main" id="{74409619-33CC-4D37-9A5E-947CA3F57760}"/>
              </a:ext>
            </a:extLst>
          </p:cNvPr>
          <p:cNvSpPr>
            <a:spLocks noGrp="1" noChangeArrowheads="1"/>
          </p:cNvSpPr>
          <p:nvPr>
            <p:ph type="body" idx="1"/>
          </p:nvPr>
        </p:nvSpPr>
        <p:spPr>
          <a:xfrm>
            <a:off x="457200" y="1484313"/>
            <a:ext cx="8229600" cy="5373687"/>
          </a:xfrm>
        </p:spPr>
        <p:txBody>
          <a:bodyPr/>
          <a:lstStyle/>
          <a:p>
            <a:r>
              <a:rPr lang="lv-LV" altLang="en-US" dirty="0" err="1"/>
              <a:t>Initializing</a:t>
            </a:r>
            <a:r>
              <a:rPr lang="lv-LV" altLang="en-US" dirty="0"/>
              <a:t> </a:t>
            </a:r>
            <a:r>
              <a:rPr lang="en-US" altLang="en-US" dirty="0"/>
              <a:t>of a </a:t>
            </a:r>
            <a:r>
              <a:rPr lang="en-US" altLang="en-US" b="1" dirty="0"/>
              <a:t>structure</a:t>
            </a:r>
            <a:r>
              <a:rPr lang="lv-LV" altLang="en-US" dirty="0"/>
              <a:t>:</a:t>
            </a:r>
            <a:endParaRPr lang="lv-LV" altLang="en-US" i="1" dirty="0"/>
          </a:p>
          <a:p>
            <a:pPr>
              <a:buFontTx/>
              <a:buNone/>
            </a:pPr>
            <a:r>
              <a:rPr lang="lv-LV" altLang="en-US" b="1" i="1" dirty="0"/>
              <a:t>	</a:t>
            </a:r>
            <a:r>
              <a:rPr lang="en-US" altLang="en-US" dirty="0" err="1">
                <a:latin typeface="Courier New" panose="02070309020205020404" pitchFamily="49" charset="0"/>
              </a:rPr>
              <a:t>structure_name</a:t>
            </a:r>
            <a:r>
              <a:rPr lang="en-US" altLang="en-US" dirty="0">
                <a:latin typeface="Courier New" panose="02070309020205020404" pitchFamily="49" charset="0"/>
              </a:rPr>
              <a:t> </a:t>
            </a:r>
            <a:r>
              <a:rPr lang="en-US" altLang="en-US" dirty="0" err="1">
                <a:latin typeface="Courier New" panose="02070309020205020404" pitchFamily="49" charset="0"/>
              </a:rPr>
              <a:t>variable_name</a:t>
            </a:r>
            <a:r>
              <a:rPr lang="lv-LV" altLang="en-US" dirty="0">
                <a:latin typeface="Courier New" panose="02070309020205020404" pitchFamily="49" charset="0"/>
              </a:rPr>
              <a:t>;</a:t>
            </a:r>
          </a:p>
          <a:p>
            <a:pPr>
              <a:buFontTx/>
              <a:buNone/>
            </a:pPr>
            <a:r>
              <a:rPr lang="lv-LV" altLang="en-US" dirty="0"/>
              <a:t>	</a:t>
            </a:r>
            <a:r>
              <a:rPr lang="en-US" altLang="en-US" dirty="0"/>
              <a:t>Example</a:t>
            </a:r>
            <a:r>
              <a:rPr lang="lv-LV" altLang="en-US" dirty="0"/>
              <a:t>:</a:t>
            </a:r>
            <a:endParaRPr lang="lv-LV" altLang="en-US" i="1" dirty="0"/>
          </a:p>
          <a:p>
            <a:pPr>
              <a:buFontTx/>
              <a:buNone/>
            </a:pPr>
            <a:r>
              <a:rPr lang="lv-LV" altLang="en-US" b="1" i="1" dirty="0"/>
              <a:t>	</a:t>
            </a:r>
            <a:r>
              <a:rPr lang="en-US" altLang="en-US" dirty="0">
                <a:latin typeface="Courier New" panose="02070309020205020404" pitchFamily="49" charset="0"/>
              </a:rPr>
              <a:t>human</a:t>
            </a:r>
            <a:r>
              <a:rPr lang="lv-LV" altLang="en-US" dirty="0">
                <a:latin typeface="Courier New" panose="02070309020205020404" pitchFamily="49" charset="0"/>
              </a:rPr>
              <a:t> </a:t>
            </a:r>
            <a:r>
              <a:rPr lang="en-US" altLang="en-US" dirty="0">
                <a:latin typeface="Courier New" panose="02070309020205020404" pitchFamily="49" charset="0"/>
              </a:rPr>
              <a:t>h</a:t>
            </a:r>
            <a:r>
              <a:rPr lang="lv-LV" altLang="en-US" dirty="0">
                <a:latin typeface="Courier New" panose="02070309020205020404" pitchFamily="49" charset="0"/>
              </a:rPr>
              <a:t>;</a:t>
            </a:r>
          </a:p>
          <a:p>
            <a:r>
              <a:rPr lang="en-US" altLang="en-US" dirty="0"/>
              <a:t>Using the </a:t>
            </a:r>
            <a:r>
              <a:rPr lang="en-US" altLang="en-US" b="1" dirty="0"/>
              <a:t>structure</a:t>
            </a:r>
            <a:r>
              <a:rPr lang="en-US" altLang="en-US" dirty="0"/>
              <a:t> field</a:t>
            </a:r>
            <a:r>
              <a:rPr lang="lv-LV" altLang="en-US" dirty="0"/>
              <a:t>:</a:t>
            </a:r>
          </a:p>
          <a:p>
            <a:pPr>
              <a:buFontTx/>
              <a:buNone/>
            </a:pPr>
            <a:r>
              <a:rPr lang="lv-LV" altLang="en-US" dirty="0"/>
              <a:t>	</a:t>
            </a:r>
            <a:r>
              <a:rPr lang="en-US" altLang="en-US" dirty="0" err="1">
                <a:latin typeface="Courier New" panose="02070309020205020404" pitchFamily="49" charset="0"/>
              </a:rPr>
              <a:t>variable_name</a:t>
            </a:r>
            <a:r>
              <a:rPr lang="lv-LV" altLang="en-US" dirty="0">
                <a:latin typeface="Courier New" panose="02070309020205020404" pitchFamily="49" charset="0"/>
              </a:rPr>
              <a:t>.</a:t>
            </a:r>
            <a:r>
              <a:rPr lang="en-US" altLang="en-US" dirty="0">
                <a:latin typeface="Courier New" panose="02070309020205020404" pitchFamily="49" charset="0"/>
              </a:rPr>
              <a:t>field</a:t>
            </a:r>
            <a:endParaRPr lang="lv-LV" altLang="en-US" dirty="0">
              <a:latin typeface="Courier New" panose="02070309020205020404" pitchFamily="49" charset="0"/>
            </a:endParaRPr>
          </a:p>
          <a:p>
            <a:pPr>
              <a:buFontTx/>
              <a:buNone/>
            </a:pPr>
            <a:r>
              <a:rPr lang="lv-LV" altLang="en-US" dirty="0"/>
              <a:t>	</a:t>
            </a:r>
            <a:r>
              <a:rPr lang="en-US" altLang="en-US" dirty="0"/>
              <a:t>Example</a:t>
            </a:r>
            <a:r>
              <a:rPr lang="lv-LV" altLang="en-US" dirty="0"/>
              <a:t>:</a:t>
            </a:r>
            <a:endParaRPr lang="lv-LV" altLang="en-US" i="1" dirty="0"/>
          </a:p>
          <a:p>
            <a:pPr>
              <a:buFontTx/>
              <a:buNone/>
            </a:pPr>
            <a:r>
              <a:rPr lang="lv-LV" altLang="en-US" b="1" i="1" dirty="0"/>
              <a:t>	</a:t>
            </a:r>
            <a:r>
              <a:rPr lang="en-US" altLang="en-US" dirty="0">
                <a:latin typeface="Courier New" panose="02070309020205020404" pitchFamily="49" charset="0"/>
              </a:rPr>
              <a:t>human</a:t>
            </a:r>
            <a:r>
              <a:rPr lang="lv-LV" altLang="en-US" dirty="0">
                <a:latin typeface="Courier New" panose="02070309020205020404" pitchFamily="49" charset="0"/>
              </a:rPr>
              <a:t> </a:t>
            </a:r>
            <a:r>
              <a:rPr lang="en-US" altLang="en-US" dirty="0">
                <a:latin typeface="Courier New" panose="02070309020205020404" pitchFamily="49" charset="0"/>
              </a:rPr>
              <a:t>h</a:t>
            </a:r>
            <a:r>
              <a:rPr lang="lv-LV" altLang="en-US" dirty="0">
                <a:latin typeface="Courier New" panose="02070309020205020404" pitchFamily="49" charset="0"/>
              </a:rPr>
              <a:t>.name;</a:t>
            </a:r>
          </a:p>
          <a:p>
            <a:pPr>
              <a:buFontTx/>
              <a:buNone/>
            </a:pPr>
            <a:r>
              <a:rPr lang="lv-LV" altLang="en-US" dirty="0">
                <a:latin typeface="Courier New" panose="02070309020205020404" pitchFamily="49" charset="0"/>
              </a:rPr>
              <a:t>	</a:t>
            </a:r>
            <a:r>
              <a:rPr lang="en-US" altLang="en-US" dirty="0">
                <a:latin typeface="Courier New" panose="02070309020205020404" pitchFamily="49" charset="0"/>
              </a:rPr>
              <a:t>human</a:t>
            </a:r>
            <a:r>
              <a:rPr lang="lv-LV" altLang="en-US" dirty="0">
                <a:latin typeface="Courier New" panose="02070309020205020404" pitchFamily="49" charset="0"/>
              </a:rPr>
              <a:t> </a:t>
            </a:r>
            <a:r>
              <a:rPr lang="en-US" altLang="en-US" dirty="0">
                <a:latin typeface="Courier New" panose="02070309020205020404" pitchFamily="49" charset="0"/>
              </a:rPr>
              <a:t>h</a:t>
            </a:r>
            <a:r>
              <a:rPr lang="lv-LV" altLang="en-US" dirty="0">
                <a:latin typeface="Courier New" panose="02070309020205020404" pitchFamily="49" charset="0"/>
              </a:rPr>
              <a:t>.</a:t>
            </a:r>
            <a:r>
              <a:rPr lang="lv-LV" altLang="en-US" dirty="0" err="1">
                <a:latin typeface="Courier New" panose="02070309020205020404" pitchFamily="49" charset="0"/>
              </a:rPr>
              <a:t>age</a:t>
            </a:r>
            <a:r>
              <a:rPr lang="lv-LV" altLang="en-US" dirty="0">
                <a:latin typeface="Courier New" panose="02070309020205020404" pitchFamily="49" charset="0"/>
              </a:rPr>
              <a:t>;</a:t>
            </a:r>
          </a:p>
          <a:p>
            <a:pPr>
              <a:buFontTx/>
              <a:buNone/>
            </a:pPr>
            <a:endParaRPr lang="lv-LV" altLang="en-US" dirty="0">
              <a:latin typeface="Courier New" panose="02070309020205020404" pitchFamily="49"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CB6E807-C653-4235-A3EE-FA983C77781B}"/>
              </a:ext>
            </a:extLst>
          </p:cNvPr>
          <p:cNvSpPr>
            <a:spLocks noGrp="1" noChangeArrowheads="1"/>
          </p:cNvSpPr>
          <p:nvPr>
            <p:ph type="title"/>
          </p:nvPr>
        </p:nvSpPr>
        <p:spPr/>
        <p:txBody>
          <a:bodyPr/>
          <a:lstStyle/>
          <a:p>
            <a:pPr algn="l"/>
            <a:r>
              <a:rPr lang="en-US" altLang="en-US" dirty="0"/>
              <a:t>Structure </a:t>
            </a:r>
            <a:r>
              <a:rPr lang="lv-LV" altLang="en-US" b="1" i="1" dirty="0" err="1"/>
              <a:t>structure</a:t>
            </a:r>
            <a:r>
              <a:rPr lang="en-US" altLang="en-US" dirty="0"/>
              <a:t> </a:t>
            </a:r>
            <a:endParaRPr lang="lv-LV" altLang="en-US" dirty="0"/>
          </a:p>
        </p:txBody>
      </p:sp>
      <p:sp>
        <p:nvSpPr>
          <p:cNvPr id="7171" name="Rectangle 3">
            <a:extLst>
              <a:ext uri="{FF2B5EF4-FFF2-40B4-BE49-F238E27FC236}">
                <a16:creationId xmlns:a16="http://schemas.microsoft.com/office/drawing/2014/main" id="{9046E078-11F7-4ABF-9D9E-139572089B61}"/>
              </a:ext>
            </a:extLst>
          </p:cNvPr>
          <p:cNvSpPr>
            <a:spLocks noGrp="1" noChangeArrowheads="1"/>
          </p:cNvSpPr>
          <p:nvPr>
            <p:ph type="body" idx="1"/>
          </p:nvPr>
        </p:nvSpPr>
        <p:spPr>
          <a:xfrm>
            <a:off x="457200" y="1268413"/>
            <a:ext cx="8229600" cy="5113337"/>
          </a:xfrm>
          <a:noFill/>
          <a:ln>
            <a:solidFill>
              <a:schemeClr val="tx1"/>
            </a:solidFill>
            <a:miter lim="800000"/>
            <a:headEnd/>
            <a:tailEnd/>
          </a:ln>
        </p:spPr>
        <p:txBody>
          <a:bodyPr/>
          <a:lstStyle/>
          <a:p>
            <a:pPr>
              <a:lnSpc>
                <a:spcPct val="80000"/>
              </a:lnSpc>
              <a:buClr>
                <a:srgbClr val="0000FF"/>
              </a:buClr>
              <a:buFontTx/>
              <a:buAutoNum type="arabicPeriod"/>
            </a:pPr>
            <a:r>
              <a:rPr lang="lv-LV" altLang="en-US" sz="1500" dirty="0" err="1">
                <a:latin typeface="Courier New" panose="02070309020205020404" pitchFamily="49" charset="0"/>
              </a:rPr>
              <a:t>struct</a:t>
            </a:r>
            <a:r>
              <a:rPr lang="lv-LV" altLang="en-US" sz="1500" dirty="0">
                <a:latin typeface="Courier New" panose="02070309020205020404" pitchFamily="49" charset="0"/>
              </a:rPr>
              <a:t> </a:t>
            </a:r>
            <a:r>
              <a:rPr lang="lv-LV" altLang="en-US" sz="1500" dirty="0" err="1">
                <a:latin typeface="Courier New" panose="02070309020205020404" pitchFamily="49" charset="0"/>
              </a:rPr>
              <a:t>human</a:t>
            </a:r>
            <a:endParaRPr lang="lv-LV" altLang="en-US" sz="1500" dirty="0">
              <a:latin typeface="Courier New" panose="02070309020205020404" pitchFamily="49" charset="0"/>
            </a:endParaRPr>
          </a:p>
          <a:p>
            <a:pPr>
              <a:lnSpc>
                <a:spcPct val="80000"/>
              </a:lnSpc>
              <a:buClr>
                <a:srgbClr val="0000FF"/>
              </a:buClr>
              <a:buFontTx/>
              <a:buAutoNum type="arabicPeriod"/>
            </a:pPr>
            <a:r>
              <a:rPr lang="lv-LV" altLang="en-US" sz="1500" dirty="0">
                <a:latin typeface="Courier New" panose="02070309020205020404" pitchFamily="49" charset="0"/>
              </a:rPr>
              <a:t>{</a:t>
            </a:r>
          </a:p>
          <a:p>
            <a:pPr>
              <a:lnSpc>
                <a:spcPct val="80000"/>
              </a:lnSpc>
              <a:buClr>
                <a:srgbClr val="0000FF"/>
              </a:buClr>
              <a:buFontTx/>
              <a:buAutoNum type="arabicPeriod"/>
            </a:pPr>
            <a:r>
              <a:rPr lang="lv-LV" altLang="en-US" sz="1500" dirty="0">
                <a:latin typeface="Courier New" panose="02070309020205020404" pitchFamily="49" charset="0"/>
              </a:rPr>
              <a:t>    </a:t>
            </a:r>
            <a:r>
              <a:rPr lang="lv-LV" altLang="en-US" sz="1500" dirty="0" err="1">
                <a:latin typeface="Courier New" panose="02070309020205020404" pitchFamily="49" charset="0"/>
              </a:rPr>
              <a:t>char</a:t>
            </a:r>
            <a:r>
              <a:rPr lang="lv-LV" altLang="en-US" sz="1500" dirty="0">
                <a:latin typeface="Courier New" panose="02070309020205020404" pitchFamily="49" charset="0"/>
              </a:rPr>
              <a:t> </a:t>
            </a:r>
            <a:r>
              <a:rPr lang="lv-LV" altLang="en-US" sz="1500" dirty="0" err="1">
                <a:latin typeface="Courier New" panose="02070309020205020404" pitchFamily="49" charset="0"/>
              </a:rPr>
              <a:t>name</a:t>
            </a:r>
            <a:r>
              <a:rPr lang="lv-LV" altLang="en-US" sz="1500" dirty="0">
                <a:latin typeface="Courier New" panose="02070309020205020404" pitchFamily="49" charset="0"/>
              </a:rPr>
              <a:t>[25];</a:t>
            </a:r>
          </a:p>
          <a:p>
            <a:pPr>
              <a:lnSpc>
                <a:spcPct val="80000"/>
              </a:lnSpc>
              <a:buClr>
                <a:srgbClr val="0000FF"/>
              </a:buClr>
              <a:buFontTx/>
              <a:buAutoNum type="arabicPeriod"/>
            </a:pPr>
            <a:r>
              <a:rPr lang="lv-LV" altLang="en-US" sz="1500" dirty="0">
                <a:latin typeface="Courier New" panose="02070309020205020404" pitchFamily="49" charset="0"/>
              </a:rPr>
              <a:t>    </a:t>
            </a:r>
            <a:r>
              <a:rPr lang="lv-LV" altLang="en-US" sz="1500" dirty="0" err="1">
                <a:latin typeface="Courier New" panose="02070309020205020404" pitchFamily="49" charset="0"/>
              </a:rPr>
              <a:t>int</a:t>
            </a:r>
            <a:r>
              <a:rPr lang="lv-LV" altLang="en-US" sz="1500" dirty="0">
                <a:latin typeface="Courier New" panose="02070309020205020404" pitchFamily="49" charset="0"/>
              </a:rPr>
              <a:t> </a:t>
            </a:r>
            <a:r>
              <a:rPr lang="lv-LV" altLang="en-US" sz="1500" dirty="0" err="1">
                <a:latin typeface="Courier New" panose="02070309020205020404" pitchFamily="49" charset="0"/>
              </a:rPr>
              <a:t>age</a:t>
            </a:r>
            <a:r>
              <a:rPr lang="lv-LV" altLang="en-US" sz="1500" dirty="0">
                <a:latin typeface="Courier New" panose="02070309020205020404" pitchFamily="49" charset="0"/>
              </a:rPr>
              <a:t>;</a:t>
            </a:r>
          </a:p>
          <a:p>
            <a:pPr>
              <a:lnSpc>
                <a:spcPct val="80000"/>
              </a:lnSpc>
              <a:buClr>
                <a:srgbClr val="0000FF"/>
              </a:buClr>
              <a:buFontTx/>
              <a:buAutoNum type="arabicPeriod"/>
            </a:pPr>
            <a:r>
              <a:rPr lang="lv-LV" altLang="en-US" sz="1500" dirty="0">
                <a:latin typeface="Courier New" panose="02070309020205020404" pitchFamily="49" charset="0"/>
              </a:rPr>
              <a:t>};</a:t>
            </a:r>
          </a:p>
          <a:p>
            <a:pPr>
              <a:lnSpc>
                <a:spcPct val="80000"/>
              </a:lnSpc>
              <a:buClr>
                <a:srgbClr val="0000FF"/>
              </a:buClr>
              <a:buFontTx/>
              <a:buAutoNum type="arabicPeriod"/>
            </a:pPr>
            <a:endParaRPr lang="lv-LV" altLang="en-US" sz="1500" dirty="0">
              <a:latin typeface="Courier New" panose="02070309020205020404" pitchFamily="49" charset="0"/>
            </a:endParaRPr>
          </a:p>
          <a:p>
            <a:pPr>
              <a:lnSpc>
                <a:spcPct val="80000"/>
              </a:lnSpc>
              <a:buClr>
                <a:srgbClr val="0000FF"/>
              </a:buClr>
              <a:buFontTx/>
              <a:buAutoNum type="arabicPeriod"/>
            </a:pPr>
            <a:r>
              <a:rPr lang="lv-LV" altLang="en-US" sz="1500" dirty="0" err="1">
                <a:latin typeface="Courier New" panose="02070309020205020404" pitchFamily="49" charset="0"/>
              </a:rPr>
              <a:t>int</a:t>
            </a:r>
            <a:r>
              <a:rPr lang="lv-LV" altLang="en-US" sz="1500" dirty="0">
                <a:latin typeface="Courier New" panose="02070309020205020404" pitchFamily="49" charset="0"/>
              </a:rPr>
              <a:t> </a:t>
            </a:r>
            <a:r>
              <a:rPr lang="lv-LV" altLang="en-US" sz="1500" dirty="0" err="1">
                <a:latin typeface="Courier New" panose="02070309020205020404" pitchFamily="49" charset="0"/>
              </a:rPr>
              <a:t>main</a:t>
            </a:r>
            <a:r>
              <a:rPr lang="lv-LV" altLang="en-US" sz="1500" dirty="0">
                <a:latin typeface="Courier New" panose="02070309020205020404" pitchFamily="49" charset="0"/>
              </a:rPr>
              <a:t>()</a:t>
            </a:r>
          </a:p>
          <a:p>
            <a:pPr>
              <a:lnSpc>
                <a:spcPct val="80000"/>
              </a:lnSpc>
              <a:buClr>
                <a:srgbClr val="0000FF"/>
              </a:buClr>
              <a:buFontTx/>
              <a:buAutoNum type="arabicPeriod"/>
            </a:pPr>
            <a:r>
              <a:rPr lang="lv-LV" altLang="en-US" sz="1500" dirty="0">
                <a:latin typeface="Courier New" panose="02070309020205020404" pitchFamily="49" charset="0"/>
              </a:rPr>
              <a:t>{</a:t>
            </a:r>
          </a:p>
          <a:p>
            <a:pPr>
              <a:lnSpc>
                <a:spcPct val="80000"/>
              </a:lnSpc>
              <a:buClr>
                <a:srgbClr val="0000FF"/>
              </a:buClr>
              <a:buFontTx/>
              <a:buAutoNum type="arabicPeriod"/>
            </a:pPr>
            <a:r>
              <a:rPr lang="lv-LV" altLang="en-US" sz="1500" dirty="0">
                <a:latin typeface="Courier New" panose="02070309020205020404" pitchFamily="49" charset="0"/>
              </a:rPr>
              <a:t>    </a:t>
            </a:r>
            <a:r>
              <a:rPr lang="lv-LV" altLang="en-US" sz="1500" dirty="0" err="1">
                <a:latin typeface="Courier New" panose="02070309020205020404" pitchFamily="49" charset="0"/>
              </a:rPr>
              <a:t>human</a:t>
            </a:r>
            <a:r>
              <a:rPr lang="lv-LV" altLang="en-US" sz="1500" dirty="0">
                <a:latin typeface="Courier New" panose="02070309020205020404" pitchFamily="49" charset="0"/>
              </a:rPr>
              <a:t> </a:t>
            </a:r>
            <a:r>
              <a:rPr lang="lv-LV" altLang="en-US" sz="1500" dirty="0" err="1">
                <a:latin typeface="Courier New" panose="02070309020205020404" pitchFamily="49" charset="0"/>
              </a:rPr>
              <a:t>humans</a:t>
            </a:r>
            <a:r>
              <a:rPr lang="lv-LV" altLang="en-US" sz="1500" dirty="0">
                <a:latin typeface="Courier New" panose="02070309020205020404" pitchFamily="49" charset="0"/>
              </a:rPr>
              <a:t>[5];</a:t>
            </a:r>
          </a:p>
          <a:p>
            <a:pPr>
              <a:lnSpc>
                <a:spcPct val="80000"/>
              </a:lnSpc>
              <a:buClr>
                <a:srgbClr val="0000FF"/>
              </a:buClr>
              <a:buFontTx/>
              <a:buAutoNum type="arabicPeriod"/>
            </a:pPr>
            <a:r>
              <a:rPr lang="lv-LV" altLang="en-US" sz="1500" dirty="0">
                <a:latin typeface="Courier New" panose="02070309020205020404" pitchFamily="49" charset="0"/>
              </a:rPr>
              <a:t>    </a:t>
            </a:r>
          </a:p>
          <a:p>
            <a:pPr>
              <a:lnSpc>
                <a:spcPct val="80000"/>
              </a:lnSpc>
              <a:buClr>
                <a:srgbClr val="0000FF"/>
              </a:buClr>
              <a:buFontTx/>
              <a:buAutoNum type="arabicPeriod"/>
            </a:pPr>
            <a:r>
              <a:rPr lang="lv-LV" altLang="en-US" sz="1500" dirty="0">
                <a:latin typeface="Courier New" panose="02070309020205020404" pitchFamily="49" charset="0"/>
              </a:rPr>
              <a:t>    </a:t>
            </a:r>
            <a:r>
              <a:rPr lang="lv-LV" altLang="en-US" sz="1500" dirty="0" err="1">
                <a:latin typeface="Courier New" panose="02070309020205020404" pitchFamily="49" charset="0"/>
              </a:rPr>
              <a:t>for</a:t>
            </a:r>
            <a:r>
              <a:rPr lang="lv-LV" altLang="en-US" sz="1500" dirty="0">
                <a:latin typeface="Courier New" panose="02070309020205020404" pitchFamily="49" charset="0"/>
              </a:rPr>
              <a:t> (</a:t>
            </a:r>
            <a:r>
              <a:rPr lang="lv-LV" altLang="en-US" sz="1500" dirty="0" err="1">
                <a:latin typeface="Courier New" panose="02070309020205020404" pitchFamily="49" charset="0"/>
              </a:rPr>
              <a:t>int</a:t>
            </a:r>
            <a:r>
              <a:rPr lang="lv-LV" altLang="en-US" sz="1500" dirty="0">
                <a:latin typeface="Courier New" panose="02070309020205020404" pitchFamily="49" charset="0"/>
              </a:rPr>
              <a:t> i=0; i&lt;5; i++)</a:t>
            </a:r>
          </a:p>
          <a:p>
            <a:pPr>
              <a:lnSpc>
                <a:spcPct val="80000"/>
              </a:lnSpc>
              <a:buClr>
                <a:srgbClr val="0000FF"/>
              </a:buClr>
              <a:buFontTx/>
              <a:buAutoNum type="arabicPeriod"/>
            </a:pPr>
            <a:r>
              <a:rPr lang="lv-LV" altLang="en-US" sz="1500" dirty="0">
                <a:latin typeface="Courier New" panose="02070309020205020404" pitchFamily="49" charset="0"/>
              </a:rPr>
              <a:t>    {</a:t>
            </a:r>
          </a:p>
          <a:p>
            <a:pPr>
              <a:lnSpc>
                <a:spcPct val="80000"/>
              </a:lnSpc>
              <a:buClr>
                <a:srgbClr val="0000FF"/>
              </a:buClr>
              <a:buFontTx/>
              <a:buAutoNum type="arabicPeriod"/>
            </a:pPr>
            <a:r>
              <a:rPr lang="lv-LV" altLang="en-US" sz="1500" dirty="0">
                <a:latin typeface="Courier New" panose="02070309020205020404" pitchFamily="49" charset="0"/>
              </a:rPr>
              <a:t>        </a:t>
            </a:r>
            <a:r>
              <a:rPr lang="lv-LV" altLang="en-US" sz="1500" dirty="0" err="1">
                <a:latin typeface="Courier New" panose="02070309020205020404" pitchFamily="49" charset="0"/>
              </a:rPr>
              <a:t>cout</a:t>
            </a:r>
            <a:r>
              <a:rPr lang="lv-LV" altLang="en-US" sz="1500" dirty="0">
                <a:latin typeface="Courier New" panose="02070309020205020404" pitchFamily="49" charset="0"/>
              </a:rPr>
              <a:t> &lt;&lt; "</a:t>
            </a:r>
            <a:r>
              <a:rPr lang="lv-LV" altLang="en-US" sz="1500" dirty="0" err="1">
                <a:latin typeface="Courier New" panose="02070309020205020404" pitchFamily="49" charset="0"/>
              </a:rPr>
              <a:t>Input</a:t>
            </a:r>
            <a:r>
              <a:rPr lang="lv-LV" altLang="en-US" sz="1500" dirty="0">
                <a:latin typeface="Courier New" panose="02070309020205020404" pitchFamily="49" charset="0"/>
              </a:rPr>
              <a:t> </a:t>
            </a:r>
            <a:r>
              <a:rPr lang="lv-LV" altLang="en-US" sz="1500" dirty="0" err="1">
                <a:latin typeface="Courier New" panose="02070309020205020404" pitchFamily="49" charset="0"/>
              </a:rPr>
              <a:t>human</a:t>
            </a:r>
            <a:r>
              <a:rPr lang="lv-LV" altLang="en-US" sz="1500" dirty="0">
                <a:latin typeface="Courier New" panose="02070309020205020404" pitchFamily="49" charset="0"/>
              </a:rPr>
              <a:t> </a:t>
            </a:r>
            <a:r>
              <a:rPr lang="lv-LV" altLang="en-US" sz="1500" dirty="0" err="1">
                <a:latin typeface="Courier New" panose="02070309020205020404" pitchFamily="49" charset="0"/>
              </a:rPr>
              <a:t>name</a:t>
            </a:r>
            <a:r>
              <a:rPr lang="lv-LV" altLang="en-US" sz="1500" dirty="0">
                <a:latin typeface="Courier New" panose="02070309020205020404" pitchFamily="49" charset="0"/>
              </a:rPr>
              <a:t> </a:t>
            </a:r>
            <a:r>
              <a:rPr lang="lv-LV" altLang="en-US" sz="1500" dirty="0" err="1">
                <a:latin typeface="Courier New" panose="02070309020205020404" pitchFamily="49" charset="0"/>
              </a:rPr>
              <a:t>and</a:t>
            </a:r>
            <a:r>
              <a:rPr lang="lv-LV" altLang="en-US" sz="1500" dirty="0">
                <a:latin typeface="Courier New" panose="02070309020205020404" pitchFamily="49" charset="0"/>
              </a:rPr>
              <a:t> </a:t>
            </a:r>
            <a:r>
              <a:rPr lang="lv-LV" altLang="en-US" sz="1500" dirty="0" err="1">
                <a:latin typeface="Courier New" panose="02070309020205020404" pitchFamily="49" charset="0"/>
              </a:rPr>
              <a:t>age</a:t>
            </a:r>
            <a:r>
              <a:rPr lang="lv-LV" altLang="en-US" sz="1500" dirty="0">
                <a:latin typeface="Courier New" panose="02070309020205020404" pitchFamily="49" charset="0"/>
              </a:rPr>
              <a:t>: " &lt;&lt; </a:t>
            </a:r>
            <a:r>
              <a:rPr lang="lv-LV" altLang="en-US" sz="1500" dirty="0" err="1">
                <a:latin typeface="Courier New" panose="02070309020205020404" pitchFamily="49" charset="0"/>
              </a:rPr>
              <a:t>endl</a:t>
            </a:r>
            <a:r>
              <a:rPr lang="lv-LV" altLang="en-US" sz="1500" dirty="0">
                <a:latin typeface="Courier New" panose="02070309020205020404" pitchFamily="49" charset="0"/>
              </a:rPr>
              <a:t>;</a:t>
            </a:r>
          </a:p>
          <a:p>
            <a:pPr>
              <a:lnSpc>
                <a:spcPct val="80000"/>
              </a:lnSpc>
              <a:buClr>
                <a:srgbClr val="0000FF"/>
              </a:buClr>
              <a:buFontTx/>
              <a:buAutoNum type="arabicPeriod"/>
            </a:pPr>
            <a:r>
              <a:rPr lang="lv-LV" altLang="en-US" sz="1500" dirty="0">
                <a:latin typeface="Courier New" panose="02070309020205020404" pitchFamily="49" charset="0"/>
              </a:rPr>
              <a:t>        </a:t>
            </a:r>
            <a:r>
              <a:rPr lang="lv-LV" altLang="en-US" sz="1500" dirty="0" err="1">
                <a:latin typeface="Courier New" panose="02070309020205020404" pitchFamily="49" charset="0"/>
              </a:rPr>
              <a:t>cin</a:t>
            </a:r>
            <a:r>
              <a:rPr lang="lv-LV" altLang="en-US" sz="1500" dirty="0">
                <a:latin typeface="Courier New" panose="02070309020205020404" pitchFamily="49" charset="0"/>
              </a:rPr>
              <a:t> &gt;&gt; </a:t>
            </a:r>
            <a:r>
              <a:rPr lang="lv-LV" altLang="en-US" sz="1500" dirty="0" err="1">
                <a:latin typeface="Courier New" panose="02070309020205020404" pitchFamily="49" charset="0"/>
              </a:rPr>
              <a:t>humans</a:t>
            </a:r>
            <a:r>
              <a:rPr lang="lv-LV" altLang="en-US" sz="1500" dirty="0">
                <a:latin typeface="Courier New" panose="02070309020205020404" pitchFamily="49" charset="0"/>
              </a:rPr>
              <a:t>[i].</a:t>
            </a:r>
            <a:r>
              <a:rPr lang="lv-LV" altLang="en-US" sz="1500" dirty="0" err="1">
                <a:latin typeface="Courier New" panose="02070309020205020404" pitchFamily="49" charset="0"/>
              </a:rPr>
              <a:t>name</a:t>
            </a:r>
            <a:r>
              <a:rPr lang="lv-LV" altLang="en-US" sz="1500" dirty="0">
                <a:latin typeface="Courier New" panose="02070309020205020404" pitchFamily="49" charset="0"/>
              </a:rPr>
              <a:t> &gt;&gt; </a:t>
            </a:r>
            <a:r>
              <a:rPr lang="lv-LV" altLang="en-US" sz="1500" dirty="0" err="1">
                <a:latin typeface="Courier New" panose="02070309020205020404" pitchFamily="49" charset="0"/>
              </a:rPr>
              <a:t>humans</a:t>
            </a:r>
            <a:r>
              <a:rPr lang="lv-LV" altLang="en-US" sz="1500" dirty="0">
                <a:latin typeface="Courier New" panose="02070309020205020404" pitchFamily="49" charset="0"/>
              </a:rPr>
              <a:t>[i].</a:t>
            </a:r>
            <a:r>
              <a:rPr lang="lv-LV" altLang="en-US" sz="1500" dirty="0" err="1">
                <a:latin typeface="Courier New" panose="02070309020205020404" pitchFamily="49" charset="0"/>
              </a:rPr>
              <a:t>age</a:t>
            </a:r>
            <a:r>
              <a:rPr lang="lv-LV" altLang="en-US" sz="1500" dirty="0">
                <a:latin typeface="Courier New" panose="02070309020205020404" pitchFamily="49" charset="0"/>
              </a:rPr>
              <a:t>;</a:t>
            </a:r>
          </a:p>
          <a:p>
            <a:pPr>
              <a:lnSpc>
                <a:spcPct val="80000"/>
              </a:lnSpc>
              <a:buClr>
                <a:srgbClr val="0000FF"/>
              </a:buClr>
              <a:buFontTx/>
              <a:buAutoNum type="arabicPeriod"/>
            </a:pPr>
            <a:r>
              <a:rPr lang="lv-LV" altLang="en-US" sz="1500" dirty="0">
                <a:latin typeface="Courier New" panose="02070309020205020404" pitchFamily="49" charset="0"/>
              </a:rPr>
              <a:t>    }</a:t>
            </a:r>
          </a:p>
          <a:p>
            <a:pPr>
              <a:lnSpc>
                <a:spcPct val="80000"/>
              </a:lnSpc>
              <a:buClr>
                <a:srgbClr val="0000FF"/>
              </a:buClr>
              <a:buFontTx/>
              <a:buAutoNum type="arabicPeriod"/>
            </a:pPr>
            <a:r>
              <a:rPr lang="lv-LV" altLang="en-US" sz="1500" dirty="0">
                <a:latin typeface="Courier New" panose="02070309020205020404" pitchFamily="49" charset="0"/>
              </a:rPr>
              <a:t>    </a:t>
            </a:r>
          </a:p>
          <a:p>
            <a:pPr>
              <a:lnSpc>
                <a:spcPct val="80000"/>
              </a:lnSpc>
              <a:buClr>
                <a:srgbClr val="0000FF"/>
              </a:buClr>
              <a:buFontTx/>
              <a:buAutoNum type="arabicPeriod"/>
            </a:pPr>
            <a:r>
              <a:rPr lang="lv-LV" altLang="en-US" sz="1500" dirty="0">
                <a:latin typeface="Courier New" panose="02070309020205020404" pitchFamily="49" charset="0"/>
              </a:rPr>
              <a:t>    </a:t>
            </a:r>
            <a:r>
              <a:rPr lang="lv-LV" altLang="en-US" sz="1500" dirty="0" err="1">
                <a:latin typeface="Courier New" panose="02070309020205020404" pitchFamily="49" charset="0"/>
              </a:rPr>
              <a:t>for</a:t>
            </a:r>
            <a:r>
              <a:rPr lang="lv-LV" altLang="en-US" sz="1500" dirty="0">
                <a:latin typeface="Courier New" panose="02070309020205020404" pitchFamily="49" charset="0"/>
              </a:rPr>
              <a:t> (</a:t>
            </a:r>
            <a:r>
              <a:rPr lang="lv-LV" altLang="en-US" sz="1500" dirty="0" err="1">
                <a:latin typeface="Courier New" panose="02070309020205020404" pitchFamily="49" charset="0"/>
              </a:rPr>
              <a:t>int</a:t>
            </a:r>
            <a:r>
              <a:rPr lang="lv-LV" altLang="en-US" sz="1500" dirty="0">
                <a:latin typeface="Courier New" panose="02070309020205020404" pitchFamily="49" charset="0"/>
              </a:rPr>
              <a:t> i=0; i&lt;5; i++)</a:t>
            </a:r>
          </a:p>
          <a:p>
            <a:pPr>
              <a:lnSpc>
                <a:spcPct val="80000"/>
              </a:lnSpc>
              <a:buClr>
                <a:srgbClr val="0000FF"/>
              </a:buClr>
              <a:buFontTx/>
              <a:buAutoNum type="arabicPeriod"/>
            </a:pPr>
            <a:r>
              <a:rPr lang="lv-LV" altLang="en-US" sz="1500" dirty="0">
                <a:latin typeface="Courier New" panose="02070309020205020404" pitchFamily="49" charset="0"/>
              </a:rPr>
              <a:t>        </a:t>
            </a:r>
            <a:r>
              <a:rPr lang="lv-LV" altLang="en-US" sz="1500" dirty="0" err="1">
                <a:latin typeface="Courier New" panose="02070309020205020404" pitchFamily="49" charset="0"/>
              </a:rPr>
              <a:t>cout</a:t>
            </a:r>
            <a:r>
              <a:rPr lang="lv-LV" altLang="en-US" sz="1500" dirty="0">
                <a:latin typeface="Courier New" panose="02070309020205020404" pitchFamily="49" charset="0"/>
              </a:rPr>
              <a:t> &lt;&lt; </a:t>
            </a:r>
            <a:r>
              <a:rPr lang="lv-LV" altLang="en-US" sz="1500" dirty="0" err="1">
                <a:latin typeface="Courier New" panose="02070309020205020404" pitchFamily="49" charset="0"/>
              </a:rPr>
              <a:t>humans</a:t>
            </a:r>
            <a:r>
              <a:rPr lang="lv-LV" altLang="en-US" sz="1500" dirty="0">
                <a:latin typeface="Courier New" panose="02070309020205020404" pitchFamily="49" charset="0"/>
              </a:rPr>
              <a:t>[i].</a:t>
            </a:r>
            <a:r>
              <a:rPr lang="lv-LV" altLang="en-US" sz="1500" dirty="0" err="1">
                <a:latin typeface="Courier New" panose="02070309020205020404" pitchFamily="49" charset="0"/>
              </a:rPr>
              <a:t>name</a:t>
            </a:r>
            <a:r>
              <a:rPr lang="lv-LV" altLang="en-US" sz="1500" dirty="0">
                <a:latin typeface="Courier New" panose="02070309020205020404" pitchFamily="49" charset="0"/>
              </a:rPr>
              <a:t> &lt;&lt; " " &lt;&lt; </a:t>
            </a:r>
            <a:r>
              <a:rPr lang="lv-LV" altLang="en-US" sz="1500" dirty="0" err="1">
                <a:latin typeface="Courier New" panose="02070309020205020404" pitchFamily="49" charset="0"/>
              </a:rPr>
              <a:t>humans</a:t>
            </a:r>
            <a:r>
              <a:rPr lang="lv-LV" altLang="en-US" sz="1500" dirty="0">
                <a:latin typeface="Courier New" panose="02070309020205020404" pitchFamily="49" charset="0"/>
              </a:rPr>
              <a:t>[i].</a:t>
            </a:r>
            <a:r>
              <a:rPr lang="lv-LV" altLang="en-US" sz="1500" dirty="0" err="1">
                <a:latin typeface="Courier New" panose="02070309020205020404" pitchFamily="49" charset="0"/>
              </a:rPr>
              <a:t>age</a:t>
            </a:r>
            <a:r>
              <a:rPr lang="lv-LV" altLang="en-US" sz="1500" dirty="0">
                <a:latin typeface="Courier New" panose="02070309020205020404" pitchFamily="49" charset="0"/>
              </a:rPr>
              <a:t> &lt;&lt; </a:t>
            </a:r>
            <a:r>
              <a:rPr lang="lv-LV" altLang="en-US" sz="1500" dirty="0" err="1">
                <a:latin typeface="Courier New" panose="02070309020205020404" pitchFamily="49" charset="0"/>
              </a:rPr>
              <a:t>endl</a:t>
            </a:r>
            <a:r>
              <a:rPr lang="lv-LV" altLang="en-US" sz="1500" dirty="0">
                <a:latin typeface="Courier New" panose="02070309020205020404" pitchFamily="49" charset="0"/>
              </a:rPr>
              <a:t>;</a:t>
            </a:r>
          </a:p>
          <a:p>
            <a:pPr>
              <a:lnSpc>
                <a:spcPct val="80000"/>
              </a:lnSpc>
              <a:buClr>
                <a:srgbClr val="0000FF"/>
              </a:buClr>
              <a:buFontTx/>
              <a:buAutoNum type="arabicPeriod"/>
            </a:pPr>
            <a:r>
              <a:rPr lang="lv-LV" altLang="en-US" sz="1500" dirty="0">
                <a:latin typeface="Courier New" panose="02070309020205020404" pitchFamily="49" charset="0"/>
              </a:rPr>
              <a:t>            </a:t>
            </a:r>
          </a:p>
          <a:p>
            <a:pPr>
              <a:lnSpc>
                <a:spcPct val="80000"/>
              </a:lnSpc>
              <a:buClr>
                <a:srgbClr val="0000FF"/>
              </a:buClr>
              <a:buFontTx/>
              <a:buAutoNum type="arabicPeriod"/>
            </a:pPr>
            <a:r>
              <a:rPr lang="lv-LV" altLang="en-US" sz="1500" dirty="0">
                <a:latin typeface="Courier New" panose="02070309020205020404" pitchFamily="49" charset="0"/>
              </a:rPr>
              <a:t>    </a:t>
            </a:r>
            <a:r>
              <a:rPr lang="lv-LV" altLang="en-US" sz="1500" dirty="0" err="1">
                <a:latin typeface="Courier New" panose="02070309020205020404" pitchFamily="49" charset="0"/>
              </a:rPr>
              <a:t>system</a:t>
            </a:r>
            <a:r>
              <a:rPr lang="lv-LV" altLang="en-US" sz="1500" dirty="0">
                <a:latin typeface="Courier New" panose="02070309020205020404" pitchFamily="49" charset="0"/>
              </a:rPr>
              <a:t>("</a:t>
            </a:r>
            <a:r>
              <a:rPr lang="lv-LV" altLang="en-US" sz="1500" dirty="0" err="1">
                <a:latin typeface="Courier New" panose="02070309020205020404" pitchFamily="49" charset="0"/>
              </a:rPr>
              <a:t>pause</a:t>
            </a:r>
            <a:r>
              <a:rPr lang="lv-LV" altLang="en-US" sz="1500" dirty="0">
                <a:latin typeface="Courier New" panose="02070309020205020404" pitchFamily="49" charset="0"/>
              </a:rPr>
              <a:t>");</a:t>
            </a:r>
          </a:p>
          <a:p>
            <a:pPr>
              <a:lnSpc>
                <a:spcPct val="80000"/>
              </a:lnSpc>
              <a:buClr>
                <a:srgbClr val="0000FF"/>
              </a:buClr>
              <a:buFontTx/>
              <a:buAutoNum type="arabicPeriod"/>
            </a:pPr>
            <a:r>
              <a:rPr lang="lv-LV" altLang="en-US" sz="1500" dirty="0">
                <a:latin typeface="Courier New" panose="02070309020205020404" pitchFamily="49" charset="0"/>
              </a:rPr>
              <a:t>    </a:t>
            </a:r>
            <a:r>
              <a:rPr lang="lv-LV" altLang="en-US" sz="1500" dirty="0" err="1">
                <a:latin typeface="Courier New" panose="02070309020205020404" pitchFamily="49" charset="0"/>
              </a:rPr>
              <a:t>return</a:t>
            </a:r>
            <a:r>
              <a:rPr lang="lv-LV" altLang="en-US" sz="1500" dirty="0">
                <a:latin typeface="Courier New" panose="02070309020205020404" pitchFamily="49" charset="0"/>
              </a:rPr>
              <a:t> 0;</a:t>
            </a:r>
          </a:p>
          <a:p>
            <a:pPr>
              <a:lnSpc>
                <a:spcPct val="80000"/>
              </a:lnSpc>
              <a:buClr>
                <a:srgbClr val="0000FF"/>
              </a:buClr>
              <a:buFontTx/>
              <a:buAutoNum type="arabicPeriod"/>
            </a:pPr>
            <a:r>
              <a:rPr lang="lv-LV" altLang="en-US" sz="1500" dirty="0">
                <a:latin typeface="Courier New" panose="02070309020205020404" pitchFamily="49" charset="0"/>
              </a:rPr>
              <a:t>}</a:t>
            </a:r>
          </a:p>
        </p:txBody>
      </p:sp>
      <p:pic>
        <p:nvPicPr>
          <p:cNvPr id="2" name="Picture 1">
            <a:extLst>
              <a:ext uri="{FF2B5EF4-FFF2-40B4-BE49-F238E27FC236}">
                <a16:creationId xmlns:a16="http://schemas.microsoft.com/office/drawing/2014/main" id="{C8413846-8BE4-4CC5-AB9E-E6FAAC4F74EA}"/>
              </a:ext>
            </a:extLst>
          </p:cNvPr>
          <p:cNvPicPr>
            <a:picLocks noChangeAspect="1"/>
          </p:cNvPicPr>
          <p:nvPr/>
        </p:nvPicPr>
        <p:blipFill rotWithShape="1">
          <a:blip r:embed="rId2"/>
          <a:srcRect r="73625" b="28128"/>
          <a:stretch/>
        </p:blipFill>
        <p:spPr>
          <a:xfrm>
            <a:off x="6275040" y="298640"/>
            <a:ext cx="2411760" cy="354931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5250A80-A7D9-47A9-924A-CD8954BEC1F2}"/>
              </a:ext>
            </a:extLst>
          </p:cNvPr>
          <p:cNvSpPr>
            <a:spLocks noGrp="1" noChangeArrowheads="1"/>
          </p:cNvSpPr>
          <p:nvPr>
            <p:ph type="title"/>
          </p:nvPr>
        </p:nvSpPr>
        <p:spPr>
          <a:xfrm>
            <a:off x="457200" y="274638"/>
            <a:ext cx="8229600" cy="922337"/>
          </a:xfrm>
        </p:spPr>
        <p:txBody>
          <a:bodyPr/>
          <a:lstStyle/>
          <a:p>
            <a:r>
              <a:rPr lang="lv-LV" altLang="en-US" dirty="0" err="1"/>
              <a:t>Practice</a:t>
            </a:r>
            <a:endParaRPr lang="lv-LV" altLang="en-US" dirty="0"/>
          </a:p>
        </p:txBody>
      </p:sp>
      <p:sp>
        <p:nvSpPr>
          <p:cNvPr id="16387" name="Rectangle 3">
            <a:extLst>
              <a:ext uri="{FF2B5EF4-FFF2-40B4-BE49-F238E27FC236}">
                <a16:creationId xmlns:a16="http://schemas.microsoft.com/office/drawing/2014/main" id="{5E0BE9A1-CE12-46B6-935A-DFEDB8083884}"/>
              </a:ext>
            </a:extLst>
          </p:cNvPr>
          <p:cNvSpPr>
            <a:spLocks noGrp="1" noChangeArrowheads="1"/>
          </p:cNvSpPr>
          <p:nvPr>
            <p:ph type="body" idx="1"/>
          </p:nvPr>
        </p:nvSpPr>
        <p:spPr>
          <a:xfrm>
            <a:off x="457200" y="1196975"/>
            <a:ext cx="8229600" cy="5661025"/>
          </a:xfrm>
        </p:spPr>
        <p:txBody>
          <a:bodyPr/>
          <a:lstStyle/>
          <a:p>
            <a:pPr marL="609600" indent="-609600">
              <a:lnSpc>
                <a:spcPct val="80000"/>
              </a:lnSpc>
              <a:buFontTx/>
              <a:buAutoNum type="arabicPeriod"/>
            </a:pPr>
            <a:r>
              <a:rPr lang="en-US" altLang="en-US" sz="2000" dirty="0"/>
              <a:t>Describe the </a:t>
            </a:r>
            <a:r>
              <a:rPr lang="en-US" altLang="en-US" sz="2000" b="1" dirty="0"/>
              <a:t>structure</a:t>
            </a:r>
            <a:r>
              <a:rPr lang="en-US" altLang="en-US" sz="2000" dirty="0"/>
              <a:t> </a:t>
            </a:r>
            <a:r>
              <a:rPr lang="lv-LV" altLang="en-US" sz="2000" dirty="0" err="1"/>
              <a:t>with</a:t>
            </a:r>
            <a:r>
              <a:rPr lang="en-US" altLang="en-US" sz="2000" dirty="0"/>
              <a:t> the specified fields</a:t>
            </a:r>
            <a:r>
              <a:rPr lang="lv-LV" altLang="en-US" sz="2000" dirty="0"/>
              <a:t>: </a:t>
            </a:r>
            <a:endParaRPr lang="lv-LV" altLang="en-US" sz="2000" b="1" dirty="0"/>
          </a:p>
          <a:p>
            <a:pPr marL="609600" indent="-609600">
              <a:lnSpc>
                <a:spcPct val="80000"/>
              </a:lnSpc>
              <a:buFontTx/>
              <a:buNone/>
            </a:pPr>
            <a:r>
              <a:rPr lang="lv-LV" altLang="en-US" sz="2000" b="1" dirty="0"/>
              <a:t>	</a:t>
            </a:r>
            <a:r>
              <a:rPr lang="lv-LV" altLang="en-US" sz="2000" b="1" i="1" dirty="0" err="1"/>
              <a:t>Employee</a:t>
            </a:r>
            <a:r>
              <a:rPr lang="lv-LV" altLang="en-US" sz="2000" i="1" dirty="0"/>
              <a:t>: </a:t>
            </a:r>
            <a:r>
              <a:rPr lang="lv-LV" altLang="en-US" sz="2000" i="1" dirty="0" err="1"/>
              <a:t>surname</a:t>
            </a:r>
            <a:r>
              <a:rPr lang="lv-LV" altLang="en-US" sz="2000" i="1" dirty="0"/>
              <a:t>, pos</a:t>
            </a:r>
            <a:r>
              <a:rPr lang="en-US" altLang="en-US" sz="2000" i="1" dirty="0" err="1"/>
              <a:t>ition</a:t>
            </a:r>
            <a:r>
              <a:rPr lang="lv-LV" altLang="en-US" sz="2000" i="1" dirty="0"/>
              <a:t> </a:t>
            </a:r>
            <a:r>
              <a:rPr lang="lv-LV" altLang="en-US" sz="2000" i="1" dirty="0" err="1"/>
              <a:t>and</a:t>
            </a:r>
            <a:r>
              <a:rPr lang="lv-LV" altLang="en-US" sz="2000" i="1" dirty="0"/>
              <a:t> </a:t>
            </a:r>
            <a:r>
              <a:rPr lang="lv-LV" altLang="en-US" sz="2000" i="1" dirty="0" err="1"/>
              <a:t>salary</a:t>
            </a:r>
            <a:r>
              <a:rPr lang="lv-LV" altLang="en-US" sz="2000" i="1" dirty="0"/>
              <a:t>.</a:t>
            </a:r>
            <a:endParaRPr lang="lv-LV" altLang="en-US" sz="2000" b="1" i="1" dirty="0"/>
          </a:p>
          <a:p>
            <a:pPr marL="609600" indent="-609600">
              <a:lnSpc>
                <a:spcPct val="80000"/>
              </a:lnSpc>
              <a:buFontTx/>
              <a:buNone/>
            </a:pPr>
            <a:r>
              <a:rPr lang="lv-LV" altLang="en-US" sz="2000" dirty="0"/>
              <a:t>	</a:t>
            </a:r>
            <a:r>
              <a:rPr lang="en-US" altLang="en-US" sz="2000" dirty="0"/>
              <a:t>Describe the constant N and array A containing N records. Initialize it with any values. Than program ask a surname and displays all fields of the corresponding record</a:t>
            </a:r>
            <a:r>
              <a:rPr lang="lv-LV" altLang="en-US" sz="2000" dirty="0"/>
              <a:t>.</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819</TotalTime>
  <Words>2370</Words>
  <Application>Microsoft Office PowerPoint</Application>
  <PresentationFormat>On-screen Show (4:3)</PresentationFormat>
  <Paragraphs>263</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Courier New</vt:lpstr>
      <vt:lpstr>Times New Roman</vt:lpstr>
      <vt:lpstr>Default Design</vt:lpstr>
      <vt:lpstr>Arrays</vt:lpstr>
      <vt:lpstr>Arrays</vt:lpstr>
      <vt:lpstr>Array definition</vt:lpstr>
      <vt:lpstr>Arrays - example</vt:lpstr>
      <vt:lpstr>Array initialization</vt:lpstr>
      <vt:lpstr>Practice</vt:lpstr>
      <vt:lpstr>Multidimensional arrays</vt:lpstr>
      <vt:lpstr>Two-dimensional array example</vt:lpstr>
      <vt:lpstr>Two-dimensional arrays Practice</vt:lpstr>
      <vt:lpstr>Arrays as function arguments</vt:lpstr>
      <vt:lpstr>Pointers</vt:lpstr>
      <vt:lpstr>Pointers - Example</vt:lpstr>
      <vt:lpstr>Pointers and Arrays</vt:lpstr>
      <vt:lpstr>Pointers and Arrays</vt:lpstr>
      <vt:lpstr>Multidimensional arrays as function arguments</vt:lpstr>
      <vt:lpstr>Multidimensional arrays as function arguments</vt:lpstr>
      <vt:lpstr>Arrays as arguments. Practice.</vt:lpstr>
      <vt:lpstr>Structured variables</vt:lpstr>
      <vt:lpstr>Structure structure </vt:lpstr>
      <vt:lpstr>Structure structure </vt:lpstr>
      <vt:lpstr>Structure structure </vt:lpstr>
      <vt:lpstr>Practice</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Masīvi</dc:title>
  <dc:creator>Home</dc:creator>
  <cp:lastModifiedBy>Andrejs Liepiņš</cp:lastModifiedBy>
  <cp:revision>38</cp:revision>
  <dcterms:created xsi:type="dcterms:W3CDTF">2011-07-14T09:13:41Z</dcterms:created>
  <dcterms:modified xsi:type="dcterms:W3CDTF">2025-02-10T10:22:59Z</dcterms:modified>
</cp:coreProperties>
</file>