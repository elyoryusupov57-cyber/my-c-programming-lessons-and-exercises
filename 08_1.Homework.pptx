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lv-LV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9" d="100"/>
          <a:sy n="129" d="100"/>
        </p:scale>
        <p:origin x="4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lv-LV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02F8637-3ED8-4952-A6B3-F6952575AA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6C46FB-7FB1-4D1F-A612-23DDABE901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ED762F-5DA9-4BC6-B94B-6227BF5386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DBA6A8-F035-4871-8666-6B7F8F7CEABA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32225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C760987-014A-4415-9AEC-4B77860C9C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C8048A-511F-4AE3-AFDD-AAE7ECD7D1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EB4605-C4DC-4F42-95B2-15B754C64B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E1EDE7-7D61-4BF6-928D-BFC64F11A5B8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756405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384B779-50AF-40D6-9C55-C8602EA8A7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890D2A-0C22-4BEA-AEDD-D6C2DBC31F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8DFEE53-96A0-48D6-A6B5-BD6C3E4C7F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A2E793-5147-4A2D-B913-A40031396511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719334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D770D2-9E88-4F93-81E1-4FC66E73C7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1E9C89-11DC-4599-9C89-9B58A1017B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554B31-ED5F-4B59-A8E2-4F79A79585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CCAF2F-3F73-473E-989E-A460D54F09D6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303728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5025534-D8C4-4064-9EE9-8DDAC427DA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22F3857-0E01-4694-80AB-F0AD59FA2A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A1E05E6-C6A8-493E-A302-C1820E5E97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544E50-B8D2-49FD-B8D7-4A3109CAC50E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20578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CB5869B-B087-4D97-8735-944665BF3B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5876808-29EF-4313-8A26-DE3D0B4C37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A4E1BA9-43F6-4135-910B-82F2033AAC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D96402-467A-4141-9149-2393F09D6511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006488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ED4AF10-EE6F-49FD-9791-C5A24B7081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8D96409-25DC-487A-AD11-088A0DC790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DF3E654-F8F9-4C5B-BFB7-E4BE8D7AF6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322C33-19D2-415F-B94D-25DC07BCEF5C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06280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3FB656-148C-4754-A4A6-92CCEF704D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495A82-AA12-4DD3-AFB1-F63DFFFF41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024B8C-2CC8-4D9B-BF70-790F55AC34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5F8A3A-A5E2-40E2-A05F-442A6DA719CC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958849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lv-LV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21BA39-297A-416B-8980-DD9F4F8A6D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728422-02FB-4FE5-81B6-FD7C372254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61C93A-60F3-4297-BE78-C5AD13BB90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DF26EE-3E4F-4DDE-A8F6-4B33D53E8D21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4232657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1B1606-EEFB-4AC4-B0EF-992C3459E7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DE8208-E218-4A33-9AD2-EAF8692BEE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7AD731-815B-4DD3-BB08-A560DD93F4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1FC317-316E-4797-BE78-9E9BF7F51A53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651572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32F4222-053D-4AFC-9921-040FF9F9E7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F9648CF-E5C0-4DE8-83E2-80978AC7FB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F0454F4-8487-427F-A8CA-53BE48AF1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12B157-5E54-4A5C-AE46-35AA4B36ABA7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334996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26AF0F0-637E-44EE-960D-8E1BF6C51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19EC4E8-73D2-4D29-8A63-CE173E440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text styles</a:t>
            </a:r>
          </a:p>
          <a:p>
            <a:pPr lvl="1"/>
            <a:r>
              <a:rPr lang="lv-LV" altLang="en-US"/>
              <a:t>Second level</a:t>
            </a:r>
          </a:p>
          <a:p>
            <a:pPr lvl="2"/>
            <a:r>
              <a:rPr lang="lv-LV" altLang="en-US"/>
              <a:t>Third level</a:t>
            </a:r>
          </a:p>
          <a:p>
            <a:pPr lvl="3"/>
            <a:r>
              <a:rPr lang="lv-LV" altLang="en-US"/>
              <a:t>Fourth level</a:t>
            </a:r>
          </a:p>
          <a:p>
            <a:pPr lvl="4"/>
            <a:r>
              <a:rPr lang="lv-LV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3F44543-9D07-4983-9EC2-5D3F0E635E8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708DBFB-682B-401C-9A2F-28F999EFC45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548516F-73EA-4DA9-B336-C1152470055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B971F2E-8AAB-4D6C-AB09-7056F23B7D2C}" type="slidenum">
              <a:rPr lang="lv-LV" altLang="en-US"/>
              <a:pPr/>
              <a:t>‹#›</a:t>
            </a:fld>
            <a:endParaRPr lang="lv-LV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lv-L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D87C249-E979-4BA4-A875-4A61E5A6A40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lv-LV" altLang="en-US" dirty="0"/>
              <a:t>1. </a:t>
            </a:r>
            <a:r>
              <a:rPr lang="lv-LV" altLang="en-US" dirty="0" err="1"/>
              <a:t>Homework</a:t>
            </a:r>
            <a:r>
              <a:rPr lang="lv-LV" altLang="en-US" dirty="0"/>
              <a:t>
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E009B3B-6A98-44A9-98E1-6F85D73D2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Task 1</a:t>
            </a:r>
            <a:endParaRPr lang="lv-LV" alt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37D4C41-35B6-472D-A6AF-7C8D1B68D4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/>
              <a:t>A palindrome is a word, number, phrase, or other sequence of characters which reads the same backward as forward, such as </a:t>
            </a:r>
            <a:r>
              <a:rPr lang="en-US" altLang="en-US" b="1" dirty="0"/>
              <a:t>madam</a:t>
            </a:r>
            <a:r>
              <a:rPr lang="en-US" altLang="en-US" dirty="0"/>
              <a:t> or </a:t>
            </a:r>
            <a:r>
              <a:rPr lang="en-US" altLang="en-US" b="1" dirty="0"/>
              <a:t>racecar</a:t>
            </a:r>
            <a:r>
              <a:rPr lang="en-US" altLang="en-US" dirty="0"/>
              <a:t> or the number </a:t>
            </a:r>
            <a:r>
              <a:rPr lang="en-US" altLang="en-US" b="1" dirty="0"/>
              <a:t>10201</a:t>
            </a:r>
            <a:r>
              <a:rPr lang="en-US" altLang="en-US" dirty="0"/>
              <a:t>.</a:t>
            </a:r>
            <a:endParaRPr lang="lv-LV" altLang="en-US" dirty="0"/>
          </a:p>
          <a:p>
            <a:pPr marL="1339850" lvl="1" indent="-533400" eaLnBrk="1" hangingPunct="1">
              <a:buFontTx/>
              <a:buAutoNum type="alphaLcPeriod"/>
            </a:pPr>
            <a:r>
              <a:rPr lang="en-US" altLang="en-US" dirty="0"/>
              <a:t>Write the program that by given integer </a:t>
            </a:r>
            <a:r>
              <a:rPr lang="en-US" altLang="en-US" b="1" dirty="0"/>
              <a:t>n</a:t>
            </a:r>
            <a:r>
              <a:rPr lang="en-US" altLang="en-US" dirty="0"/>
              <a:t> checks whether it is palindrome</a:t>
            </a:r>
            <a:r>
              <a:rPr lang="lv-LV" altLang="en-US" dirty="0"/>
              <a:t>.</a:t>
            </a:r>
          </a:p>
          <a:p>
            <a:pPr marL="1339850" lvl="1" indent="-533400" eaLnBrk="1" hangingPunct="1">
              <a:buFontTx/>
              <a:buAutoNum type="alphaLcPeriod"/>
            </a:pPr>
            <a:r>
              <a:rPr lang="en-US" altLang="en-US" dirty="0"/>
              <a:t>Write a program that outputs all 6-digit palindrome numbers</a:t>
            </a:r>
            <a:r>
              <a:rPr lang="lv-LV" altLang="en-US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E4F22BA-D2DE-435D-991C-3813302121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Task 2</a:t>
            </a:r>
            <a:endParaRPr lang="lv-LV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5DFBD39-9B8D-41B7-B7E9-0EECFF31C7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91513" cy="532765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800" dirty="0"/>
              <a:t>Write the game. The program will generate the number in the range 10 – 100. The user has to guess the number entering answers on the keyboard (by using some symbols). After each attempt, the program outputs one of three messages</a:t>
            </a:r>
            <a:r>
              <a:rPr lang="lv-LV" altLang="en-US" sz="2800" dirty="0"/>
              <a:t>:</a:t>
            </a:r>
          </a:p>
          <a:p>
            <a:pPr marL="0" indent="0" eaLnBrk="1" hangingPunct="1">
              <a:lnSpc>
                <a:spcPct val="90000"/>
              </a:lnSpc>
              <a:buFontTx/>
              <a:buAutoNum type="arabicPeriod"/>
            </a:pPr>
            <a:r>
              <a:rPr lang="lv-LV" altLang="en-US" sz="2800" i="1" dirty="0"/>
              <a:t>“</a:t>
            </a:r>
            <a:r>
              <a:rPr lang="en-US" altLang="en-US" sz="2800" i="1" dirty="0"/>
              <a:t>The number is greater than the entered</a:t>
            </a:r>
            <a:r>
              <a:rPr lang="lv-LV" altLang="en-US" sz="2800" i="1" dirty="0"/>
              <a:t>”</a:t>
            </a:r>
          </a:p>
          <a:p>
            <a:pPr marL="0" indent="0" eaLnBrk="1" hangingPunct="1">
              <a:lnSpc>
                <a:spcPct val="90000"/>
              </a:lnSpc>
              <a:buFontTx/>
              <a:buAutoNum type="arabicPeriod"/>
            </a:pPr>
            <a:r>
              <a:rPr lang="lv-LV" altLang="en-US" sz="2800" i="1" dirty="0"/>
              <a:t>“</a:t>
            </a:r>
            <a:r>
              <a:rPr lang="en-US" altLang="en-US" sz="2800" i="1" dirty="0"/>
              <a:t>The number is less than the entered</a:t>
            </a:r>
            <a:r>
              <a:rPr lang="lv-LV" altLang="en-US" sz="2800" i="1" dirty="0"/>
              <a:t>”</a:t>
            </a:r>
          </a:p>
          <a:p>
            <a:pPr marL="0" indent="0" eaLnBrk="1" hangingPunct="1">
              <a:lnSpc>
                <a:spcPct val="90000"/>
              </a:lnSpc>
              <a:buFontTx/>
              <a:buAutoNum type="arabicPeriod"/>
            </a:pPr>
            <a:r>
              <a:rPr lang="lv-LV" altLang="en-US" sz="2800" i="1" dirty="0"/>
              <a:t>“</a:t>
            </a:r>
            <a:r>
              <a:rPr lang="en-US" altLang="en-US" sz="2800" i="1" dirty="0"/>
              <a:t>Number is guessed from the N attempt</a:t>
            </a:r>
            <a:r>
              <a:rPr lang="lv-LV" altLang="en-US" sz="2800" i="1" dirty="0"/>
              <a:t>”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800" dirty="0"/>
              <a:t>Maximum number of attempts – 10. If number had not been guessed in 10 attempts program need to output a message </a:t>
            </a:r>
            <a:r>
              <a:rPr lang="lv-LV" altLang="en-US" sz="2800" dirty="0"/>
              <a:t>: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lv-LV" altLang="en-US" sz="2800" dirty="0"/>
              <a:t>“</a:t>
            </a:r>
            <a:r>
              <a:rPr lang="en-US" altLang="en-US" sz="2800" dirty="0"/>
              <a:t>You lose! Correct answer is N</a:t>
            </a:r>
            <a:r>
              <a:rPr lang="lv-LV" altLang="en-US" sz="2800" dirty="0"/>
              <a:t>”</a:t>
            </a:r>
          </a:p>
          <a:p>
            <a:pPr marL="0" indent="0" eaLnBrk="1" hangingPunct="1">
              <a:lnSpc>
                <a:spcPct val="90000"/>
              </a:lnSpc>
              <a:buFontTx/>
              <a:buAutoNum type="arabicPeriod"/>
            </a:pPr>
            <a:endParaRPr lang="lv-LV" altLang="en-US" sz="2800" i="1" dirty="0"/>
          </a:p>
          <a:p>
            <a:pPr marL="0" indent="0" eaLnBrk="1" hangingPunct="1">
              <a:lnSpc>
                <a:spcPct val="90000"/>
              </a:lnSpc>
              <a:buFontTx/>
              <a:buAutoNum type="arabicPeriod"/>
            </a:pPr>
            <a:endParaRPr lang="lv-LV" alt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5DB65AD-467E-45ED-BAAF-ECF427DDE3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Task 3</a:t>
            </a:r>
            <a:endParaRPr lang="lv-LV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1DDF4B1-8869-4D22-998E-4764F51FD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/>
              <a:t>The same as </a:t>
            </a:r>
            <a:r>
              <a:rPr lang="en-US" altLang="en-US" b="1" dirty="0"/>
              <a:t>Task 3</a:t>
            </a:r>
            <a:r>
              <a:rPr lang="en-US" altLang="en-US" dirty="0"/>
              <a:t>, but vice versa</a:t>
            </a:r>
            <a:r>
              <a:rPr lang="ru-RU" altLang="en-US" dirty="0"/>
              <a:t> - </a:t>
            </a:r>
            <a:r>
              <a:rPr lang="en-US" altLang="en-US" dirty="0"/>
              <a:t>t</a:t>
            </a:r>
            <a:r>
              <a:rPr lang="en-US" dirty="0"/>
              <a:t>he user will think of a random number</a:t>
            </a:r>
            <a:r>
              <a:rPr lang="en-US" altLang="en-US" dirty="0"/>
              <a:t>, and the program tries to guess.
</a:t>
            </a:r>
            <a:r>
              <a:rPr lang="en-US" altLang="en-US" b="1" u="sng" dirty="0"/>
              <a:t>You do not need to enter your number!!!
</a:t>
            </a:r>
            <a:r>
              <a:rPr lang="lv-LV" altLang="en-US" i="1" dirty="0" err="1"/>
              <a:t>Functional</a:t>
            </a:r>
            <a:r>
              <a:rPr lang="lv-LV" altLang="en-US" i="1" dirty="0"/>
              <a:t> </a:t>
            </a:r>
            <a:r>
              <a:rPr lang="lv-LV" altLang="en-US" i="1" dirty="0" err="1"/>
              <a:t>requirement</a:t>
            </a:r>
            <a:r>
              <a:rPr lang="lv-LV" altLang="en-US" i="1" dirty="0"/>
              <a:t>:</a:t>
            </a:r>
          </a:p>
          <a:p>
            <a:pPr marL="0" indent="0" eaLnBrk="1" hangingPunct="1">
              <a:buFontTx/>
              <a:buNone/>
            </a:pPr>
            <a:r>
              <a:rPr lang="en-US" altLang="en-US" dirty="0"/>
              <a:t>The program </a:t>
            </a:r>
            <a:r>
              <a:rPr lang="en-US" altLang="en-US" b="1" u="sng" dirty="0"/>
              <a:t>must</a:t>
            </a:r>
            <a:r>
              <a:rPr lang="en-US" altLang="en-US" dirty="0"/>
              <a:t> guess the number from 10 attempts</a:t>
            </a:r>
            <a:r>
              <a:rPr lang="lv-LV" altLang="en-US" dirty="0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198</Words>
  <Application>Microsoft Office PowerPoint</Application>
  <PresentationFormat>On-screen Show (4:3)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Times New Roman</vt:lpstr>
      <vt:lpstr>Default Design</vt:lpstr>
      <vt:lpstr>1. Homework
</vt:lpstr>
      <vt:lpstr>Task 1</vt:lpstr>
      <vt:lpstr>Task 2</vt:lpstr>
      <vt:lpstr>Task 3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mājas darbs/ieskaites darbs</dc:title>
  <dc:creator>Home</dc:creator>
  <cp:lastModifiedBy>Andrej Liepiņš</cp:lastModifiedBy>
  <cp:revision>10</cp:revision>
  <dcterms:created xsi:type="dcterms:W3CDTF">2011-07-09T14:11:31Z</dcterms:created>
  <dcterms:modified xsi:type="dcterms:W3CDTF">2019-03-04T10:53:52Z</dcterms:modified>
</cp:coreProperties>
</file>